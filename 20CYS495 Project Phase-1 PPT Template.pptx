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71" r:id="rId4"/>
    <p:sldId id="272" r:id="rId5"/>
    <p:sldId id="273" r:id="rId6"/>
    <p:sldId id="274" r:id="rId7"/>
    <p:sldId id="275" r:id="rId8"/>
    <p:sldId id="276" r:id="rId9"/>
    <p:sldId id="277" r:id="rId10"/>
    <p:sldId id="270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A7AE162-BDDF-6D4B-A35E-A5C6181442D7}" v="570" dt="2026-06-23T08:57:10.028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B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ts val="2690"/>
              </a:lnSpc>
            </a:pPr>
            <a:r>
              <a:rPr spc="-45" dirty="0"/>
              <a:t>Reference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B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ts val="2690"/>
              </a:lnSpc>
            </a:pPr>
            <a:r>
              <a:rPr spc="-45" dirty="0"/>
              <a:t>Reference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B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1097893" y="2089177"/>
            <a:ext cx="6561455" cy="6883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50" b="0" i="1">
                <a:solidFill>
                  <a:srgbClr val="006DB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ts val="2690"/>
              </a:lnSpc>
            </a:pPr>
            <a:r>
              <a:rPr spc="-45" dirty="0"/>
              <a:t>Reference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rgbClr val="B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ts val="2690"/>
              </a:lnSpc>
            </a:pPr>
            <a:r>
              <a:rPr spc="-45" dirty="0"/>
              <a:t>Reference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690942" y="4707737"/>
            <a:ext cx="10906125" cy="14604"/>
          </a:xfrm>
          <a:custGeom>
            <a:avLst/>
            <a:gdLst/>
            <a:ahLst/>
            <a:cxnLst/>
            <a:rect l="l" t="t" r="r" b="b"/>
            <a:pathLst>
              <a:path w="10906125" h="14604">
                <a:moveTo>
                  <a:pt x="0" y="0"/>
                </a:moveTo>
                <a:lnTo>
                  <a:pt x="10906010" y="14275"/>
                </a:lnTo>
              </a:path>
            </a:pathLst>
          </a:custGeom>
          <a:ln w="9524">
            <a:solidFill>
              <a:srgbClr val="FFD1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80555" y="2853232"/>
            <a:ext cx="5724524" cy="128587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ts val="2690"/>
              </a:lnSpc>
            </a:pPr>
            <a:r>
              <a:rPr spc="-45" dirty="0"/>
              <a:t>Reference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40571" y="1687275"/>
            <a:ext cx="16578580" cy="14604"/>
          </a:xfrm>
          <a:custGeom>
            <a:avLst/>
            <a:gdLst/>
            <a:ahLst/>
            <a:cxnLst/>
            <a:rect l="l" t="t" r="r" b="b"/>
            <a:pathLst>
              <a:path w="16578580" h="14605">
                <a:moveTo>
                  <a:pt x="0" y="0"/>
                </a:moveTo>
                <a:lnTo>
                  <a:pt x="16578265" y="14177"/>
                </a:lnTo>
              </a:path>
            </a:pathLst>
          </a:custGeom>
          <a:ln w="9524">
            <a:solidFill>
              <a:srgbClr val="A3123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2950" y="265071"/>
            <a:ext cx="876299" cy="106679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716742" y="269362"/>
            <a:ext cx="14604" cy="1060450"/>
          </a:xfrm>
          <a:custGeom>
            <a:avLst/>
            <a:gdLst/>
            <a:ahLst/>
            <a:cxnLst/>
            <a:rect l="l" t="t" r="r" b="b"/>
            <a:pathLst>
              <a:path w="14605" h="1060450">
                <a:moveTo>
                  <a:pt x="0" y="0"/>
                </a:moveTo>
                <a:lnTo>
                  <a:pt x="14153" y="1060009"/>
                </a:lnTo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18272" y="196336"/>
            <a:ext cx="7219315" cy="100928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rgbClr val="BF0000"/>
                </a:solidFill>
                <a:latin typeface="Cambria"/>
                <a:cs typeface="Cambri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765299" y="3343884"/>
            <a:ext cx="9851390" cy="3911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Lucida Sans Unicode"/>
                <a:cs typeface="Lucida Sans Unicode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396" y="9107526"/>
            <a:ext cx="1197610" cy="360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0" i="0">
                <a:solidFill>
                  <a:schemeClr val="bg1"/>
                </a:solidFill>
                <a:latin typeface="Cambria"/>
                <a:cs typeface="Cambria"/>
              </a:defRPr>
            </a:lvl1pPr>
          </a:lstStyle>
          <a:p>
            <a:pPr marL="12700">
              <a:lnSpc>
                <a:spcPts val="2690"/>
              </a:lnSpc>
            </a:pPr>
            <a:r>
              <a:rPr spc="-45" dirty="0"/>
              <a:t>Reference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6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3690942" y="4707737"/>
              <a:ext cx="10906125" cy="14604"/>
            </a:xfrm>
            <a:custGeom>
              <a:avLst/>
              <a:gdLst/>
              <a:ahLst/>
              <a:cxnLst/>
              <a:rect l="l" t="t" r="r" b="b"/>
              <a:pathLst>
                <a:path w="10906125" h="14604">
                  <a:moveTo>
                    <a:pt x="0" y="0"/>
                  </a:moveTo>
                  <a:lnTo>
                    <a:pt x="10906010" y="14275"/>
                  </a:lnTo>
                </a:path>
              </a:pathLst>
            </a:custGeom>
            <a:ln w="9524">
              <a:solidFill>
                <a:srgbClr val="FFD16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3326979" y="9814823"/>
            <a:ext cx="12211322" cy="266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AMARAVATI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|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AMRITAPURI</a:t>
            </a:r>
            <a:r>
              <a:rPr sz="1650" spc="-10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|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BENGALURU</a:t>
            </a:r>
            <a:r>
              <a:rPr sz="1650" spc="-10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|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b="1" dirty="0">
                <a:solidFill>
                  <a:srgbClr val="FFFFFF"/>
                </a:solidFill>
                <a:latin typeface="Arial"/>
                <a:cs typeface="Arial"/>
              </a:rPr>
              <a:t>CHENNAI</a:t>
            </a:r>
            <a:r>
              <a:rPr sz="16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|</a:t>
            </a:r>
            <a:r>
              <a:rPr sz="1650" spc="-10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COIMBATORE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|</a:t>
            </a:r>
            <a:r>
              <a:rPr sz="1650" spc="-10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FARIDABAD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|</a:t>
            </a:r>
            <a:r>
              <a:rPr sz="1650" spc="-10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KOCHI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|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MYSURU</a:t>
            </a:r>
            <a:r>
              <a:rPr sz="1650" spc="-10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|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FFD164"/>
                </a:solidFill>
                <a:latin typeface="Arial MT"/>
                <a:cs typeface="Arial MT"/>
              </a:rPr>
              <a:t>NAGARCOIL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71934" y="6800065"/>
            <a:ext cx="5822950" cy="6311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0" algn="ctr">
              <a:lnSpc>
                <a:spcPts val="2385"/>
              </a:lnSpc>
              <a:spcBef>
                <a:spcPts val="100"/>
              </a:spcBef>
            </a:pPr>
            <a:r>
              <a:rPr sz="2100" b="1" dirty="0">
                <a:solidFill>
                  <a:srgbClr val="FFD164"/>
                </a:solidFill>
                <a:latin typeface="Cambria"/>
                <a:cs typeface="Cambria"/>
              </a:rPr>
              <a:t>Amrita</a:t>
            </a:r>
            <a:r>
              <a:rPr sz="2100" b="1" spc="-55" dirty="0">
                <a:solidFill>
                  <a:srgbClr val="FFD164"/>
                </a:solidFill>
                <a:latin typeface="Cambria"/>
                <a:cs typeface="Cambria"/>
              </a:rPr>
              <a:t> </a:t>
            </a:r>
            <a:r>
              <a:rPr sz="2100" b="1" dirty="0">
                <a:solidFill>
                  <a:srgbClr val="FFD164"/>
                </a:solidFill>
                <a:latin typeface="Cambria"/>
                <a:cs typeface="Cambria"/>
              </a:rPr>
              <a:t>School</a:t>
            </a:r>
            <a:r>
              <a:rPr sz="2100" b="1" spc="-50" dirty="0">
                <a:solidFill>
                  <a:srgbClr val="FFD164"/>
                </a:solidFill>
                <a:latin typeface="Cambria"/>
                <a:cs typeface="Cambria"/>
              </a:rPr>
              <a:t> </a:t>
            </a:r>
            <a:r>
              <a:rPr sz="2100" b="1" dirty="0">
                <a:solidFill>
                  <a:srgbClr val="FFD164"/>
                </a:solidFill>
                <a:latin typeface="Cambria"/>
                <a:cs typeface="Cambria"/>
              </a:rPr>
              <a:t>of</a:t>
            </a:r>
            <a:r>
              <a:rPr sz="2100" b="1" spc="-50" dirty="0">
                <a:solidFill>
                  <a:srgbClr val="FFD164"/>
                </a:solidFill>
                <a:latin typeface="Cambria"/>
                <a:cs typeface="Cambria"/>
              </a:rPr>
              <a:t> </a:t>
            </a:r>
            <a:r>
              <a:rPr sz="2100" b="1" spc="-10" dirty="0">
                <a:solidFill>
                  <a:srgbClr val="FFD164"/>
                </a:solidFill>
                <a:latin typeface="Cambria"/>
                <a:cs typeface="Cambria"/>
              </a:rPr>
              <a:t>Computing</a:t>
            </a:r>
            <a:endParaRPr sz="2100">
              <a:latin typeface="Cambria"/>
              <a:cs typeface="Cambria"/>
            </a:endParaRPr>
          </a:p>
          <a:p>
            <a:pPr algn="ctr">
              <a:lnSpc>
                <a:spcPts val="2385"/>
              </a:lnSpc>
            </a:pPr>
            <a:r>
              <a:rPr sz="2100" b="1" dirty="0">
                <a:solidFill>
                  <a:srgbClr val="FFD164"/>
                </a:solidFill>
                <a:latin typeface="Cambria"/>
                <a:cs typeface="Cambria"/>
              </a:rPr>
              <a:t>Amrita</a:t>
            </a:r>
            <a:r>
              <a:rPr sz="2100" b="1" spc="-35" dirty="0">
                <a:solidFill>
                  <a:srgbClr val="FFD164"/>
                </a:solidFill>
                <a:latin typeface="Cambria"/>
                <a:cs typeface="Cambria"/>
              </a:rPr>
              <a:t> </a:t>
            </a:r>
            <a:r>
              <a:rPr sz="2100" b="1" dirty="0">
                <a:solidFill>
                  <a:srgbClr val="FFD164"/>
                </a:solidFill>
                <a:latin typeface="Cambria"/>
                <a:cs typeface="Cambria"/>
              </a:rPr>
              <a:t>Vishwa</a:t>
            </a:r>
            <a:r>
              <a:rPr sz="2100" b="1" spc="-35" dirty="0">
                <a:solidFill>
                  <a:srgbClr val="FFD164"/>
                </a:solidFill>
                <a:latin typeface="Cambria"/>
                <a:cs typeface="Cambria"/>
              </a:rPr>
              <a:t> </a:t>
            </a:r>
            <a:r>
              <a:rPr sz="2100" b="1" dirty="0">
                <a:solidFill>
                  <a:srgbClr val="FFD164"/>
                </a:solidFill>
                <a:latin typeface="Cambria"/>
                <a:cs typeface="Cambria"/>
              </a:rPr>
              <a:t>Vidyapeetham,</a:t>
            </a:r>
            <a:r>
              <a:rPr sz="2100" b="1" spc="-35" dirty="0">
                <a:solidFill>
                  <a:srgbClr val="FFD164"/>
                </a:solidFill>
                <a:latin typeface="Cambria"/>
                <a:cs typeface="Cambria"/>
              </a:rPr>
              <a:t> </a:t>
            </a:r>
            <a:r>
              <a:rPr sz="2100" b="1" dirty="0">
                <a:solidFill>
                  <a:srgbClr val="FFD164"/>
                </a:solidFill>
                <a:latin typeface="Cambria"/>
                <a:cs typeface="Cambria"/>
              </a:rPr>
              <a:t>Chennai</a:t>
            </a:r>
            <a:r>
              <a:rPr sz="2100" b="1" spc="-35" dirty="0">
                <a:solidFill>
                  <a:srgbClr val="FFD164"/>
                </a:solidFill>
                <a:latin typeface="Cambria"/>
                <a:cs typeface="Cambria"/>
              </a:rPr>
              <a:t> </a:t>
            </a:r>
            <a:r>
              <a:rPr sz="2100" b="1" spc="-10" dirty="0">
                <a:solidFill>
                  <a:srgbClr val="FFD164"/>
                </a:solidFill>
                <a:latin typeface="Cambria"/>
                <a:cs typeface="Cambria"/>
              </a:rPr>
              <a:t>Campus</a:t>
            </a:r>
            <a:endParaRPr sz="210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3686179" y="522922"/>
            <a:ext cx="10915650" cy="6127750"/>
            <a:chOff x="3686179" y="522922"/>
            <a:chExt cx="10915650" cy="6127750"/>
          </a:xfrm>
        </p:grpSpPr>
        <p:sp>
          <p:nvSpPr>
            <p:cNvPr id="8" name="object 8"/>
            <p:cNvSpPr/>
            <p:nvPr/>
          </p:nvSpPr>
          <p:spPr>
            <a:xfrm>
              <a:off x="3690942" y="6631538"/>
              <a:ext cx="10906125" cy="14604"/>
            </a:xfrm>
            <a:custGeom>
              <a:avLst/>
              <a:gdLst/>
              <a:ahLst/>
              <a:cxnLst/>
              <a:rect l="l" t="t" r="r" b="b"/>
              <a:pathLst>
                <a:path w="10906125" h="14604">
                  <a:moveTo>
                    <a:pt x="0" y="0"/>
                  </a:moveTo>
                  <a:lnTo>
                    <a:pt x="10906010" y="14275"/>
                  </a:lnTo>
                </a:path>
              </a:pathLst>
            </a:custGeom>
            <a:ln w="9524">
              <a:solidFill>
                <a:srgbClr val="FFD16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06401" y="522922"/>
              <a:ext cx="6953249" cy="203834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308968" y="7581934"/>
            <a:ext cx="5205730" cy="39116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mbria"/>
                <a:cs typeface="Cambria"/>
              </a:rPr>
              <a:t>Student</a:t>
            </a:r>
            <a:r>
              <a:rPr sz="2400" b="1" spc="-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b="1">
                <a:solidFill>
                  <a:srgbClr val="FFFFFF"/>
                </a:solidFill>
                <a:latin typeface="Cambria"/>
                <a:cs typeface="Cambria"/>
              </a:rPr>
              <a:t>Members</a:t>
            </a:r>
            <a:endParaRPr lang="en-US" sz="2400" b="1" spc="-50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08968" y="8305834"/>
            <a:ext cx="3002280" cy="75311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</a:pPr>
            <a:r>
              <a:rPr sz="2400" b="1">
                <a:solidFill>
                  <a:srgbClr val="FFFFFF"/>
                </a:solidFill>
                <a:latin typeface="Cambria"/>
                <a:cs typeface="Cambria"/>
              </a:rPr>
              <a:t>1:</a:t>
            </a:r>
            <a:r>
              <a:rPr lang="en-US" sz="2400" b="1" spc="-55">
                <a:solidFill>
                  <a:srgbClr val="FFFFFF"/>
                </a:solidFill>
                <a:latin typeface="Cambria"/>
                <a:cs typeface="Cambria"/>
              </a:rPr>
              <a:t> Student1 name</a:t>
            </a:r>
            <a:endParaRPr sz="2400" b="1" spc="-50">
              <a:solidFill>
                <a:srgbClr val="FFFFFF"/>
              </a:solidFill>
              <a:latin typeface="Cambria"/>
              <a:cs typeface="Cambria"/>
            </a:endParaRPr>
          </a:p>
          <a:p>
            <a:pPr marL="12700">
              <a:lnSpc>
                <a:spcPts val="2865"/>
              </a:lnSpc>
            </a:pPr>
            <a:r>
              <a:rPr sz="2400" b="1">
                <a:solidFill>
                  <a:srgbClr val="FFFFFF"/>
                </a:solidFill>
                <a:latin typeface="Cambria"/>
                <a:cs typeface="Cambria"/>
              </a:rPr>
              <a:t>2:</a:t>
            </a:r>
            <a:r>
              <a:rPr lang="en-US" sz="2400" b="1" spc="-40">
                <a:solidFill>
                  <a:srgbClr val="FFFFFF"/>
                </a:solidFill>
                <a:latin typeface="Cambria"/>
                <a:cs typeface="Cambria"/>
              </a:rPr>
              <a:t> Student2 name</a:t>
            </a:r>
            <a:endParaRPr lang="en-US" sz="2400" b="1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96582" y="8305834"/>
            <a:ext cx="2908935" cy="75311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ts val="2865"/>
              </a:lnSpc>
              <a:spcBef>
                <a:spcPts val="100"/>
              </a:spcBef>
              <a:tabLst>
                <a:tab pos="231775" algn="l"/>
              </a:tabLst>
            </a:pPr>
            <a:r>
              <a:rPr sz="2400" b="1" spc="-5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lang="en-US" sz="2400" b="1">
                <a:solidFill>
                  <a:srgbClr val="FFFFFF"/>
                </a:solidFill>
                <a:latin typeface="Cambria"/>
                <a:cs typeface="Cambria"/>
              </a:rPr>
              <a:t> Register Number</a:t>
            </a:r>
            <a:endParaRPr sz="2400" b="1" spc="-10">
              <a:solidFill>
                <a:srgbClr val="FFFFFF"/>
              </a:solidFill>
              <a:latin typeface="Cambria"/>
              <a:cs typeface="Cambria"/>
            </a:endParaRPr>
          </a:p>
          <a:p>
            <a:pPr marL="36830">
              <a:lnSpc>
                <a:spcPts val="2865"/>
              </a:lnSpc>
            </a:pPr>
            <a:r>
              <a:rPr sz="2400" b="1" spc="-10">
                <a:solidFill>
                  <a:srgbClr val="FFFFFF"/>
                </a:solidFill>
                <a:latin typeface="Cambria"/>
                <a:cs typeface="Cambria"/>
              </a:rPr>
              <a:t>:</a:t>
            </a:r>
            <a:r>
              <a:rPr lang="en-US" sz="2400" b="1" spc="-10">
                <a:solidFill>
                  <a:srgbClr val="FFFFFF"/>
                </a:solidFill>
                <a:latin typeface="Cambria"/>
                <a:cs typeface="Cambria"/>
              </a:rPr>
              <a:t>Register Number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13087032" y="7762909"/>
            <a:ext cx="18923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FFFFF"/>
                </a:solidFill>
                <a:latin typeface="Cambria"/>
                <a:cs typeface="Cambria"/>
              </a:rPr>
              <a:t>Guide</a:t>
            </a:r>
            <a:r>
              <a:rPr sz="2400" b="1" spc="-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Cambria"/>
                <a:cs typeface="Cambria"/>
              </a:rPr>
              <a:t>Details</a:t>
            </a:r>
            <a:endParaRPr sz="2400">
              <a:latin typeface="Cambria"/>
              <a:cs typeface="Cambri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154153" y="8486809"/>
            <a:ext cx="1998345" cy="39116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Guide name</a:t>
            </a:r>
            <a:endParaRPr sz="2400" b="1" dirty="0">
              <a:solidFill>
                <a:srgbClr val="FFFFFF"/>
              </a:solidFill>
              <a:latin typeface="Cambria"/>
              <a:cs typeface="Cambri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18424" y="3586891"/>
            <a:ext cx="13075194" cy="2623154"/>
          </a:xfrm>
          <a:prstGeom prst="rect">
            <a:avLst/>
          </a:prstGeom>
        </p:spPr>
        <p:txBody>
          <a:bodyPr vert="horz" wrap="square" lIns="0" tIns="95885" rIns="0" bIns="0" rtlCol="0" anchor="t">
            <a:spAutoFit/>
          </a:bodyPr>
          <a:lstStyle/>
          <a:p>
            <a:pPr marL="4226560" marR="5080" indent="-4214495">
              <a:lnSpc>
                <a:spcPts val="5180"/>
              </a:lnSpc>
              <a:spcBef>
                <a:spcPts val="755"/>
              </a:spcBef>
            </a:pPr>
            <a:r>
              <a:rPr lang="en-US" sz="4800" b="1">
                <a:solidFill>
                  <a:srgbClr val="FFD164"/>
                </a:solidFill>
                <a:latin typeface="Cambria"/>
                <a:ea typeface="Cambria"/>
                <a:cs typeface="Cambria"/>
              </a:rPr>
              <a:t>                            Title of the project </a:t>
            </a:r>
            <a:endParaRPr lang="en-US" sz="4800" b="1" dirty="0">
              <a:solidFill>
                <a:srgbClr val="FFD164"/>
              </a:solidFill>
              <a:latin typeface="Cambria"/>
              <a:ea typeface="Cambria"/>
              <a:cs typeface="Cambria"/>
            </a:endParaRPr>
          </a:p>
          <a:p>
            <a:pPr marR="902335" algn="ctr">
              <a:lnSpc>
                <a:spcPts val="5470"/>
              </a:lnSpc>
              <a:spcBef>
                <a:spcPts val="3520"/>
              </a:spcBef>
            </a:pPr>
            <a:r>
              <a:rPr sz="4800" b="1" spc="-10">
                <a:solidFill>
                  <a:srgbClr val="FFFFFF"/>
                </a:solidFill>
                <a:latin typeface="Cambria"/>
                <a:cs typeface="Cambria"/>
              </a:rPr>
              <a:t>Department</a:t>
            </a:r>
            <a:r>
              <a:rPr sz="4800" b="1" spc="-17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800" b="1" spc="-25" dirty="0">
                <a:solidFill>
                  <a:srgbClr val="FFFFFF"/>
                </a:solidFill>
                <a:latin typeface="Cambria"/>
                <a:cs typeface="Cambria"/>
              </a:rPr>
              <a:t>of</a:t>
            </a:r>
            <a:endParaRPr sz="4800">
              <a:latin typeface="Cambria"/>
              <a:cs typeface="Cambria"/>
            </a:endParaRPr>
          </a:p>
          <a:p>
            <a:pPr marR="769620" algn="ctr">
              <a:lnSpc>
                <a:spcPts val="5470"/>
              </a:lnSpc>
            </a:pPr>
            <a:r>
              <a:rPr sz="4800" b="1" dirty="0">
                <a:solidFill>
                  <a:srgbClr val="FFFFFF"/>
                </a:solidFill>
                <a:latin typeface="Cambria"/>
                <a:cs typeface="Cambria"/>
              </a:rPr>
              <a:t>Computer</a:t>
            </a:r>
            <a:r>
              <a:rPr sz="4800" b="1" spc="-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800" b="1" dirty="0">
                <a:solidFill>
                  <a:srgbClr val="FFFFFF"/>
                </a:solidFill>
                <a:latin typeface="Cambria"/>
                <a:cs typeface="Cambria"/>
              </a:rPr>
              <a:t>Science</a:t>
            </a:r>
            <a:r>
              <a:rPr sz="4800" b="1" spc="-80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800" b="1" dirty="0">
                <a:solidFill>
                  <a:srgbClr val="FFFFFF"/>
                </a:solidFill>
                <a:latin typeface="Cambria"/>
                <a:cs typeface="Cambria"/>
              </a:rPr>
              <a:t>&amp;</a:t>
            </a:r>
            <a:r>
              <a:rPr sz="4800" b="1" spc="-8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4800" b="1" spc="-10">
                <a:solidFill>
                  <a:srgbClr val="FFFFFF"/>
                </a:solidFill>
                <a:latin typeface="Cambria"/>
                <a:cs typeface="Cambria"/>
              </a:rPr>
              <a:t>Engineering</a:t>
            </a:r>
            <a:r>
              <a:rPr lang="en-US" sz="4800" b="1" spc="-10">
                <a:solidFill>
                  <a:srgbClr val="FFFFFF"/>
                </a:solidFill>
                <a:latin typeface="Cambria"/>
                <a:cs typeface="Cambria"/>
              </a:rPr>
              <a:t> - CYS</a:t>
            </a:r>
            <a:endParaRPr sz="4800">
              <a:latin typeface="Cambria"/>
              <a:cs typeface="Cambria"/>
            </a:endParaRP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093E7C8A-CFEA-AEB6-7980-C2675DCDE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8673" y="2776250"/>
            <a:ext cx="15383599" cy="738664"/>
          </a:xfrm>
        </p:spPr>
        <p:txBody>
          <a:bodyPr wrap="square" lIns="0" tIns="0" rIns="0" bIns="0" anchor="t">
            <a:spAutoFit/>
          </a:bodyPr>
          <a:lstStyle/>
          <a:p>
            <a:r>
              <a:rPr lang="en-US" dirty="0">
                <a:solidFill>
                  <a:schemeClr val="bg1"/>
                </a:solidFill>
                <a:ea typeface="Cambria"/>
              </a:rPr>
              <a:t>20CYS495 Project Phase-</a:t>
            </a:r>
            <a:r>
              <a:rPr lang="en-US">
                <a:solidFill>
                  <a:schemeClr val="bg1"/>
                </a:solidFill>
                <a:ea typeface="Cambria"/>
              </a:rPr>
              <a:t>1 Zeroth Review Presentation</a:t>
            </a:r>
            <a:endParaRPr lang="en-US" dirty="0">
              <a:solidFill>
                <a:schemeClr val="bg1"/>
              </a:solidFill>
              <a:ea typeface="Cambr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538" rIns="0" bIns="0" rtlCol="0">
            <a:spAutoFit/>
          </a:bodyPr>
          <a:lstStyle/>
          <a:p>
            <a:pPr marL="54610">
              <a:lnSpc>
                <a:spcPct val="100000"/>
              </a:lnSpc>
              <a:spcBef>
                <a:spcPts val="100"/>
              </a:spcBef>
            </a:pPr>
            <a:r>
              <a:rPr spc="-40" dirty="0">
                <a:solidFill>
                  <a:srgbClr val="A3123F"/>
                </a:solidFill>
                <a:latin typeface="Georgia"/>
                <a:cs typeface="Georgia"/>
              </a:rPr>
              <a:t>Problem</a:t>
            </a:r>
            <a:r>
              <a:rPr spc="-240" dirty="0">
                <a:solidFill>
                  <a:srgbClr val="A3123F"/>
                </a:solidFill>
                <a:latin typeface="Georgia"/>
                <a:cs typeface="Georgia"/>
              </a:rPr>
              <a:t> </a:t>
            </a:r>
            <a:r>
              <a:rPr spc="-40" dirty="0">
                <a:solidFill>
                  <a:srgbClr val="A3123F"/>
                </a:solidFill>
                <a:latin typeface="Georgia"/>
                <a:cs typeface="Georgia"/>
              </a:rPr>
              <a:t>Statement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1736026"/>
            <a:ext cx="18288000" cy="8551545"/>
            <a:chOff x="0" y="1736026"/>
            <a:chExt cx="18288000" cy="8551545"/>
          </a:xfrm>
        </p:grpSpPr>
        <p:sp>
          <p:nvSpPr>
            <p:cNvPr id="4" name="object 4"/>
            <p:cNvSpPr/>
            <p:nvPr/>
          </p:nvSpPr>
          <p:spPr>
            <a:xfrm>
              <a:off x="0" y="9467850"/>
              <a:ext cx="18288000" cy="819150"/>
            </a:xfrm>
            <a:custGeom>
              <a:avLst/>
              <a:gdLst/>
              <a:ahLst/>
              <a:cxnLst/>
              <a:rect l="l" t="t" r="r" b="b"/>
              <a:pathLst>
                <a:path w="18288000" h="819150">
                  <a:moveTo>
                    <a:pt x="18287996" y="819149"/>
                  </a:moveTo>
                  <a:lnTo>
                    <a:pt x="0" y="819149"/>
                  </a:lnTo>
                  <a:lnTo>
                    <a:pt x="0" y="0"/>
                  </a:lnTo>
                  <a:lnTo>
                    <a:pt x="18287996" y="0"/>
                  </a:lnTo>
                  <a:lnTo>
                    <a:pt x="18287996" y="819149"/>
                  </a:lnTo>
                  <a:close/>
                </a:path>
              </a:pathLst>
            </a:custGeom>
            <a:solidFill>
              <a:srgbClr val="9A12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06577" y="9583655"/>
              <a:ext cx="2400299" cy="542924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1736026"/>
              <a:ext cx="3455035" cy="8551545"/>
            </a:xfrm>
            <a:custGeom>
              <a:avLst/>
              <a:gdLst/>
              <a:ahLst/>
              <a:cxnLst/>
              <a:rect l="l" t="t" r="r" b="b"/>
              <a:pathLst>
                <a:path w="3455035" h="8551545">
                  <a:moveTo>
                    <a:pt x="3454428" y="8550973"/>
                  </a:moveTo>
                  <a:lnTo>
                    <a:pt x="0" y="8550973"/>
                  </a:lnTo>
                  <a:lnTo>
                    <a:pt x="0" y="0"/>
                  </a:lnTo>
                  <a:lnTo>
                    <a:pt x="3454428" y="0"/>
                  </a:lnTo>
                  <a:lnTo>
                    <a:pt x="3454428" y="8550973"/>
                  </a:lnTo>
                  <a:close/>
                </a:path>
              </a:pathLst>
            </a:custGeom>
            <a:solidFill>
              <a:srgbClr val="991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5396" y="3606894"/>
            <a:ext cx="245745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1" spc="-55" dirty="0">
                <a:solidFill>
                  <a:srgbClr val="FFBF00"/>
                </a:solidFill>
                <a:latin typeface="Cambria"/>
                <a:cs typeface="Cambria"/>
              </a:rPr>
              <a:t>Problem</a:t>
            </a:r>
            <a:r>
              <a:rPr sz="2250" b="1" spc="-65" dirty="0">
                <a:solidFill>
                  <a:srgbClr val="FFBF00"/>
                </a:solidFill>
                <a:latin typeface="Cambria"/>
                <a:cs typeface="Cambria"/>
              </a:rPr>
              <a:t> </a:t>
            </a:r>
            <a:r>
              <a:rPr sz="2250" b="1" spc="-45" dirty="0">
                <a:solidFill>
                  <a:srgbClr val="FFBF00"/>
                </a:solidFill>
                <a:latin typeface="Cambria"/>
                <a:cs typeface="Cambria"/>
              </a:rPr>
              <a:t>Statement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9825" y="4107637"/>
            <a:ext cx="129730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50" dirty="0">
                <a:solidFill>
                  <a:srgbClr val="FFFFFF"/>
                </a:solidFill>
                <a:latin typeface="Cambria"/>
                <a:cs typeface="Cambria"/>
              </a:rPr>
              <a:t>Motivation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2482" y="4553951"/>
            <a:ext cx="206565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60" dirty="0">
                <a:solidFill>
                  <a:srgbClr val="FFFFFF"/>
                </a:solidFill>
                <a:latin typeface="Cambria"/>
                <a:cs typeface="Cambria"/>
              </a:rPr>
              <a:t>Literature</a:t>
            </a:r>
            <a:r>
              <a:rPr sz="2250" spc="-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50" spc="-30" dirty="0">
                <a:solidFill>
                  <a:srgbClr val="FFFFFF"/>
                </a:solidFill>
                <a:latin typeface="Cambria"/>
                <a:cs typeface="Cambria"/>
              </a:rPr>
              <a:t>Survey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9826" y="4967610"/>
            <a:ext cx="2825385" cy="35907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250" spc="-5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Literature Search</a:t>
            </a:r>
            <a:endParaRPr sz="2250" spc="-50" dirty="0">
              <a:solidFill>
                <a:srgbClr val="FFFFFF"/>
              </a:solidFill>
              <a:latin typeface="Cambria"/>
              <a:cs typeface="Cambri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12482" y="5457466"/>
            <a:ext cx="2541905" cy="36830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250" spc="-6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Research </a:t>
            </a:r>
            <a:r>
              <a:rPr lang="en-US" sz="2250" spc="-6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Gaps</a:t>
            </a:r>
            <a:endParaRPr lang="en-US" sz="2250" spc="-60" dirty="0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825" y="5947324"/>
            <a:ext cx="1361440" cy="36830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250" spc="-55">
                <a:solidFill>
                  <a:srgbClr val="FFFFFF"/>
                </a:solidFill>
                <a:latin typeface="Cambria"/>
              </a:rPr>
              <a:t>Objectives</a:t>
            </a:r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112481" y="6426295"/>
            <a:ext cx="3141346" cy="35907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250" spc="-50">
                <a:solidFill>
                  <a:srgbClr val="FFFFFF"/>
                </a:solidFill>
                <a:latin typeface="Cambria"/>
              </a:rPr>
              <a:t>Architecture Diagram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01B4E-5518-3407-AE8C-BCF9550A9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6069C9DF-713A-43F7-45A8-25FAD7A5C2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538" rIns="0" bIns="0" rtlCol="0" anchor="t">
            <a:spAutoFit/>
          </a:bodyPr>
          <a:lstStyle/>
          <a:p>
            <a:pPr marL="54610">
              <a:lnSpc>
                <a:spcPct val="100000"/>
              </a:lnSpc>
              <a:spcBef>
                <a:spcPts val="100"/>
              </a:spcBef>
            </a:pPr>
            <a:r>
              <a:rPr lang="en-US" spc="-40">
                <a:solidFill>
                  <a:srgbClr val="A3123F"/>
                </a:solidFill>
                <a:latin typeface="Georgia"/>
              </a:rPr>
              <a:t>Motivation</a:t>
            </a:r>
            <a:endParaRPr lang="en-US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A4301BF-EC84-C8D2-AEC4-E01679645874}"/>
              </a:ext>
            </a:extLst>
          </p:cNvPr>
          <p:cNvGrpSpPr/>
          <p:nvPr/>
        </p:nvGrpSpPr>
        <p:grpSpPr>
          <a:xfrm>
            <a:off x="0" y="1736026"/>
            <a:ext cx="18288000" cy="8551545"/>
            <a:chOff x="0" y="1736026"/>
            <a:chExt cx="18288000" cy="855154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FF63EEB-1FC6-CD3F-F426-7D6BE70130FA}"/>
                </a:ext>
              </a:extLst>
            </p:cNvPr>
            <p:cNvSpPr/>
            <p:nvPr/>
          </p:nvSpPr>
          <p:spPr>
            <a:xfrm>
              <a:off x="0" y="9467850"/>
              <a:ext cx="18288000" cy="819150"/>
            </a:xfrm>
            <a:custGeom>
              <a:avLst/>
              <a:gdLst/>
              <a:ahLst/>
              <a:cxnLst/>
              <a:rect l="l" t="t" r="r" b="b"/>
              <a:pathLst>
                <a:path w="18288000" h="819150">
                  <a:moveTo>
                    <a:pt x="18287996" y="819149"/>
                  </a:moveTo>
                  <a:lnTo>
                    <a:pt x="0" y="819149"/>
                  </a:lnTo>
                  <a:lnTo>
                    <a:pt x="0" y="0"/>
                  </a:lnTo>
                  <a:lnTo>
                    <a:pt x="18287996" y="0"/>
                  </a:lnTo>
                  <a:lnTo>
                    <a:pt x="18287996" y="819149"/>
                  </a:lnTo>
                  <a:close/>
                </a:path>
              </a:pathLst>
            </a:custGeom>
            <a:solidFill>
              <a:srgbClr val="9A12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584BDDBB-8A8F-A609-D2A7-40193F33CC5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06577" y="9583655"/>
              <a:ext cx="2400299" cy="542924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6D56942F-3BD3-47F0-9960-4E2F0B88266A}"/>
                </a:ext>
              </a:extLst>
            </p:cNvPr>
            <p:cNvSpPr/>
            <p:nvPr/>
          </p:nvSpPr>
          <p:spPr>
            <a:xfrm>
              <a:off x="0" y="1736026"/>
              <a:ext cx="3455035" cy="8551545"/>
            </a:xfrm>
            <a:custGeom>
              <a:avLst/>
              <a:gdLst/>
              <a:ahLst/>
              <a:cxnLst/>
              <a:rect l="l" t="t" r="r" b="b"/>
              <a:pathLst>
                <a:path w="3455035" h="8551545">
                  <a:moveTo>
                    <a:pt x="3454428" y="8550973"/>
                  </a:moveTo>
                  <a:lnTo>
                    <a:pt x="0" y="8550973"/>
                  </a:lnTo>
                  <a:lnTo>
                    <a:pt x="0" y="0"/>
                  </a:lnTo>
                  <a:lnTo>
                    <a:pt x="3454428" y="0"/>
                  </a:lnTo>
                  <a:lnTo>
                    <a:pt x="3454428" y="8550973"/>
                  </a:lnTo>
                  <a:close/>
                </a:path>
              </a:pathLst>
            </a:custGeom>
            <a:solidFill>
              <a:srgbClr val="991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35424466-D2E7-2CEE-D18B-6C7A4C21BA85}"/>
              </a:ext>
            </a:extLst>
          </p:cNvPr>
          <p:cNvSpPr txBox="1"/>
          <p:nvPr/>
        </p:nvSpPr>
        <p:spPr>
          <a:xfrm>
            <a:off x="25396" y="3606894"/>
            <a:ext cx="2457450" cy="36830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55" dirty="0">
                <a:solidFill>
                  <a:schemeClr val="bg1"/>
                </a:solidFill>
                <a:latin typeface="Cambria"/>
                <a:cs typeface="Cambria"/>
              </a:rPr>
              <a:t>Problem</a:t>
            </a:r>
            <a:r>
              <a:rPr sz="2250" spc="-6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sz="2250" spc="-45" dirty="0">
                <a:solidFill>
                  <a:schemeClr val="bg1"/>
                </a:solidFill>
                <a:latin typeface="Cambria"/>
                <a:cs typeface="Cambria"/>
              </a:rPr>
              <a:t>Statement</a:t>
            </a:r>
            <a:endParaRPr sz="2250">
              <a:solidFill>
                <a:schemeClr val="bg1"/>
              </a:solidFill>
              <a:latin typeface="Cambria"/>
              <a:cs typeface="Cambria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F2864CC2-C072-9411-B2E7-2DF3D2813868}"/>
              </a:ext>
            </a:extLst>
          </p:cNvPr>
          <p:cNvSpPr txBox="1"/>
          <p:nvPr/>
        </p:nvSpPr>
        <p:spPr>
          <a:xfrm>
            <a:off x="101596" y="4107637"/>
            <a:ext cx="1721848" cy="35907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250" b="1" spc="-50" dirty="0">
                <a:solidFill>
                  <a:srgbClr val="FFC000"/>
                </a:solidFill>
                <a:latin typeface="Cambria"/>
                <a:ea typeface="Cambria"/>
              </a:rPr>
              <a:t>Motivation</a:t>
            </a:r>
            <a:endParaRPr lang="en-US" sz="2250" b="1">
              <a:solidFill>
                <a:srgbClr val="FFC000"/>
              </a:solidFill>
              <a:latin typeface="Cambria"/>
              <a:ea typeface="Cambria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0879D96-08B0-6A4B-1A01-CB30FE162BF0}"/>
              </a:ext>
            </a:extLst>
          </p:cNvPr>
          <p:cNvSpPr txBox="1"/>
          <p:nvPr/>
        </p:nvSpPr>
        <p:spPr>
          <a:xfrm>
            <a:off x="112482" y="4553951"/>
            <a:ext cx="206565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60" dirty="0">
                <a:solidFill>
                  <a:srgbClr val="FFFFFF"/>
                </a:solidFill>
                <a:latin typeface="Cambria"/>
                <a:cs typeface="Cambria"/>
              </a:rPr>
              <a:t>Literature</a:t>
            </a:r>
            <a:r>
              <a:rPr sz="2250" spc="-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50" spc="-30" dirty="0">
                <a:solidFill>
                  <a:srgbClr val="FFFFFF"/>
                </a:solidFill>
                <a:latin typeface="Cambria"/>
                <a:cs typeface="Cambria"/>
              </a:rPr>
              <a:t>Survey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C0DEA290-F3C6-F09E-FA4D-3E71556E06FB}"/>
              </a:ext>
            </a:extLst>
          </p:cNvPr>
          <p:cNvSpPr txBox="1"/>
          <p:nvPr/>
        </p:nvSpPr>
        <p:spPr>
          <a:xfrm>
            <a:off x="79826" y="4967610"/>
            <a:ext cx="2825385" cy="35907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250" spc="-5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Literature Search</a:t>
            </a:r>
            <a:endParaRPr sz="2250" spc="-50" dirty="0">
              <a:solidFill>
                <a:srgbClr val="FFFFFF"/>
              </a:solidFill>
              <a:latin typeface="Cambria"/>
              <a:cs typeface="Cambria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0AFE895B-139E-7D67-9C50-B1744019B38C}"/>
              </a:ext>
            </a:extLst>
          </p:cNvPr>
          <p:cNvSpPr txBox="1"/>
          <p:nvPr/>
        </p:nvSpPr>
        <p:spPr>
          <a:xfrm>
            <a:off x="112482" y="5457466"/>
            <a:ext cx="2541905" cy="36830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250" spc="-6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Research </a:t>
            </a:r>
            <a:r>
              <a:rPr lang="en-US" sz="2250" spc="-6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Gaps</a:t>
            </a:r>
            <a:endParaRPr lang="en-US" sz="2250" spc="-60" dirty="0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B636D2B6-80C6-BC54-8A69-D908A666079D}"/>
              </a:ext>
            </a:extLst>
          </p:cNvPr>
          <p:cNvSpPr txBox="1"/>
          <p:nvPr/>
        </p:nvSpPr>
        <p:spPr>
          <a:xfrm>
            <a:off x="79825" y="5947324"/>
            <a:ext cx="1361440" cy="36830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250" spc="-55">
                <a:solidFill>
                  <a:srgbClr val="FFFFFF"/>
                </a:solidFill>
                <a:latin typeface="Cambria"/>
              </a:rPr>
              <a:t>Objectives</a:t>
            </a:r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B9F4E61D-DE15-6EF7-D1EC-51973317F91B}"/>
              </a:ext>
            </a:extLst>
          </p:cNvPr>
          <p:cNvSpPr txBox="1"/>
          <p:nvPr/>
        </p:nvSpPr>
        <p:spPr>
          <a:xfrm>
            <a:off x="112481" y="6426295"/>
            <a:ext cx="3141346" cy="35907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250" spc="-50">
                <a:solidFill>
                  <a:srgbClr val="FFFFFF"/>
                </a:solidFill>
                <a:latin typeface="Cambria"/>
              </a:rPr>
              <a:t>Architecture Diagram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232180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60B48-EC80-2DC0-CCEB-79E93F5BB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3443638A-CE81-90BE-1000-D8B0E45806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538" rIns="0" bIns="0" rtlCol="0" anchor="t">
            <a:spAutoFit/>
          </a:bodyPr>
          <a:lstStyle/>
          <a:p>
            <a:pPr marL="54610">
              <a:spcBef>
                <a:spcPts val="100"/>
              </a:spcBef>
            </a:pPr>
            <a:r>
              <a:rPr lang="en-US" spc="-40">
                <a:solidFill>
                  <a:srgbClr val="A3123F"/>
                </a:solidFill>
                <a:latin typeface="Georgia"/>
              </a:rPr>
              <a:t>Literature Survey</a:t>
            </a:r>
            <a:endParaRPr lang="en-US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A9FB0EF7-3195-C5FC-B5AF-C518394E3C27}"/>
              </a:ext>
            </a:extLst>
          </p:cNvPr>
          <p:cNvGrpSpPr/>
          <p:nvPr/>
        </p:nvGrpSpPr>
        <p:grpSpPr>
          <a:xfrm>
            <a:off x="0" y="1736026"/>
            <a:ext cx="18288000" cy="8551545"/>
            <a:chOff x="0" y="1736026"/>
            <a:chExt cx="18288000" cy="855154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8113E6B-7222-0296-F200-9FC24C1E2390}"/>
                </a:ext>
              </a:extLst>
            </p:cNvPr>
            <p:cNvSpPr/>
            <p:nvPr/>
          </p:nvSpPr>
          <p:spPr>
            <a:xfrm>
              <a:off x="0" y="9467850"/>
              <a:ext cx="18288000" cy="819150"/>
            </a:xfrm>
            <a:custGeom>
              <a:avLst/>
              <a:gdLst/>
              <a:ahLst/>
              <a:cxnLst/>
              <a:rect l="l" t="t" r="r" b="b"/>
              <a:pathLst>
                <a:path w="18288000" h="819150">
                  <a:moveTo>
                    <a:pt x="18287996" y="819149"/>
                  </a:moveTo>
                  <a:lnTo>
                    <a:pt x="0" y="819149"/>
                  </a:lnTo>
                  <a:lnTo>
                    <a:pt x="0" y="0"/>
                  </a:lnTo>
                  <a:lnTo>
                    <a:pt x="18287996" y="0"/>
                  </a:lnTo>
                  <a:lnTo>
                    <a:pt x="18287996" y="819149"/>
                  </a:lnTo>
                  <a:close/>
                </a:path>
              </a:pathLst>
            </a:custGeom>
            <a:solidFill>
              <a:srgbClr val="9A12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7591AE7B-F80C-68D0-6D91-66D863FD88A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06577" y="9583655"/>
              <a:ext cx="2400299" cy="542924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D7E82490-6107-1A2E-7254-A3F5CEEEC0D9}"/>
                </a:ext>
              </a:extLst>
            </p:cNvPr>
            <p:cNvSpPr/>
            <p:nvPr/>
          </p:nvSpPr>
          <p:spPr>
            <a:xfrm>
              <a:off x="0" y="1736026"/>
              <a:ext cx="3455035" cy="8551545"/>
            </a:xfrm>
            <a:custGeom>
              <a:avLst/>
              <a:gdLst/>
              <a:ahLst/>
              <a:cxnLst/>
              <a:rect l="l" t="t" r="r" b="b"/>
              <a:pathLst>
                <a:path w="3455035" h="8551545">
                  <a:moveTo>
                    <a:pt x="3454428" y="8550973"/>
                  </a:moveTo>
                  <a:lnTo>
                    <a:pt x="0" y="8550973"/>
                  </a:lnTo>
                  <a:lnTo>
                    <a:pt x="0" y="0"/>
                  </a:lnTo>
                  <a:lnTo>
                    <a:pt x="3454428" y="0"/>
                  </a:lnTo>
                  <a:lnTo>
                    <a:pt x="3454428" y="8550973"/>
                  </a:lnTo>
                  <a:close/>
                </a:path>
              </a:pathLst>
            </a:custGeom>
            <a:solidFill>
              <a:srgbClr val="991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02307050-9828-0B23-CC44-E4F29134B062}"/>
              </a:ext>
            </a:extLst>
          </p:cNvPr>
          <p:cNvSpPr txBox="1"/>
          <p:nvPr/>
        </p:nvSpPr>
        <p:spPr>
          <a:xfrm>
            <a:off x="25396" y="3606894"/>
            <a:ext cx="2457450" cy="36830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55" dirty="0">
                <a:solidFill>
                  <a:schemeClr val="bg1"/>
                </a:solidFill>
                <a:latin typeface="Cambria"/>
                <a:cs typeface="Cambria"/>
              </a:rPr>
              <a:t>Problem</a:t>
            </a:r>
            <a:r>
              <a:rPr sz="2250" spc="-6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sz="2250" spc="-45" dirty="0">
                <a:solidFill>
                  <a:schemeClr val="bg1"/>
                </a:solidFill>
                <a:latin typeface="Cambria"/>
                <a:cs typeface="Cambria"/>
              </a:rPr>
              <a:t>Statement</a:t>
            </a:r>
            <a:endParaRPr sz="2250">
              <a:solidFill>
                <a:schemeClr val="bg1"/>
              </a:solidFill>
              <a:latin typeface="Cambria"/>
              <a:cs typeface="Cambria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C8153B57-45B9-4E22-BF65-07D3AE084B2F}"/>
              </a:ext>
            </a:extLst>
          </p:cNvPr>
          <p:cNvSpPr txBox="1"/>
          <p:nvPr/>
        </p:nvSpPr>
        <p:spPr>
          <a:xfrm>
            <a:off x="79825" y="4107637"/>
            <a:ext cx="129730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50" dirty="0">
                <a:solidFill>
                  <a:srgbClr val="FFFFFF"/>
                </a:solidFill>
                <a:latin typeface="Cambria"/>
                <a:cs typeface="Cambria"/>
              </a:rPr>
              <a:t>Motivation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29511E0D-0A4F-EAA1-F3E5-26AE0E44820E}"/>
              </a:ext>
            </a:extLst>
          </p:cNvPr>
          <p:cNvSpPr txBox="1"/>
          <p:nvPr/>
        </p:nvSpPr>
        <p:spPr>
          <a:xfrm>
            <a:off x="90711" y="4510409"/>
            <a:ext cx="2816768" cy="35907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1" spc="-60" dirty="0">
                <a:solidFill>
                  <a:srgbClr val="FFC000"/>
                </a:solidFill>
                <a:latin typeface="Cambria"/>
                <a:cs typeface="Cambria"/>
              </a:rPr>
              <a:t>Literature</a:t>
            </a:r>
            <a:r>
              <a:rPr sz="2250" b="1" spc="-65" dirty="0">
                <a:solidFill>
                  <a:srgbClr val="FFC000"/>
                </a:solidFill>
                <a:latin typeface="Cambria"/>
                <a:cs typeface="Cambria"/>
              </a:rPr>
              <a:t> </a:t>
            </a:r>
            <a:r>
              <a:rPr sz="2250" b="1" spc="-30" dirty="0">
                <a:solidFill>
                  <a:srgbClr val="FFC000"/>
                </a:solidFill>
                <a:latin typeface="Cambria"/>
                <a:cs typeface="Cambria"/>
              </a:rPr>
              <a:t>Survey</a:t>
            </a:r>
            <a:endParaRPr lang="en-US" sz="2250" b="1">
              <a:solidFill>
                <a:srgbClr val="FFC000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CA9EFC1-5FF3-1EA4-D883-CED065EB8A4D}"/>
              </a:ext>
            </a:extLst>
          </p:cNvPr>
          <p:cNvSpPr txBox="1"/>
          <p:nvPr/>
        </p:nvSpPr>
        <p:spPr>
          <a:xfrm>
            <a:off x="79826" y="4967610"/>
            <a:ext cx="2825385" cy="35907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250" spc="-5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Literature Search</a:t>
            </a:r>
            <a:endParaRPr sz="2250" spc="-50" dirty="0">
              <a:solidFill>
                <a:srgbClr val="FFFFFF"/>
              </a:solidFill>
              <a:latin typeface="Cambria"/>
              <a:cs typeface="Cambria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D12F321C-01C6-9BF7-0E7B-D09A0EB28583}"/>
              </a:ext>
            </a:extLst>
          </p:cNvPr>
          <p:cNvSpPr txBox="1"/>
          <p:nvPr/>
        </p:nvSpPr>
        <p:spPr>
          <a:xfrm>
            <a:off x="112482" y="5457466"/>
            <a:ext cx="2541905" cy="36830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250" spc="-6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Research </a:t>
            </a:r>
            <a:r>
              <a:rPr lang="en-US" sz="2250" spc="-6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Gaps</a:t>
            </a:r>
            <a:endParaRPr lang="en-US" sz="2250" spc="-60" dirty="0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AD2C7AA4-49B7-1004-43E1-8D905197FAD0}"/>
              </a:ext>
            </a:extLst>
          </p:cNvPr>
          <p:cNvSpPr txBox="1"/>
          <p:nvPr/>
        </p:nvSpPr>
        <p:spPr>
          <a:xfrm>
            <a:off x="79825" y="5947324"/>
            <a:ext cx="1361440" cy="36830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250" spc="-55">
                <a:solidFill>
                  <a:srgbClr val="FFFFFF"/>
                </a:solidFill>
                <a:latin typeface="Cambria"/>
              </a:rPr>
              <a:t>Objectives</a:t>
            </a:r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423A013E-C4F7-3CAD-CE94-648DCF8DE8A3}"/>
              </a:ext>
            </a:extLst>
          </p:cNvPr>
          <p:cNvSpPr txBox="1"/>
          <p:nvPr/>
        </p:nvSpPr>
        <p:spPr>
          <a:xfrm>
            <a:off x="112481" y="6426295"/>
            <a:ext cx="3141346" cy="35907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250" spc="-50">
                <a:solidFill>
                  <a:srgbClr val="FFFFFF"/>
                </a:solidFill>
                <a:latin typeface="Cambria"/>
              </a:rPr>
              <a:t>Architecture Diagram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37002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81686-0FFC-5107-D189-EB4ED7D03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421A8BE8-DC07-1156-CDE2-DE3538B62C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538" rIns="0" bIns="0" rtlCol="0" anchor="t">
            <a:spAutoFit/>
          </a:bodyPr>
          <a:lstStyle/>
          <a:p>
            <a:pPr marL="54610">
              <a:spcBef>
                <a:spcPts val="100"/>
              </a:spcBef>
            </a:pPr>
            <a:r>
              <a:rPr lang="en-US" spc="-40">
                <a:solidFill>
                  <a:srgbClr val="A3123F"/>
                </a:solidFill>
                <a:latin typeface="Georgia"/>
              </a:rPr>
              <a:t>Literature Search</a:t>
            </a:r>
            <a:endParaRPr lang="en-US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C56A77B-F582-C101-8F94-8F99A39F5875}"/>
              </a:ext>
            </a:extLst>
          </p:cNvPr>
          <p:cNvGrpSpPr/>
          <p:nvPr/>
        </p:nvGrpSpPr>
        <p:grpSpPr>
          <a:xfrm>
            <a:off x="0" y="1736026"/>
            <a:ext cx="18288000" cy="8551545"/>
            <a:chOff x="0" y="1736026"/>
            <a:chExt cx="18288000" cy="855154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E4A6D7E0-A875-4F36-4951-33CAD120F67A}"/>
                </a:ext>
              </a:extLst>
            </p:cNvPr>
            <p:cNvSpPr/>
            <p:nvPr/>
          </p:nvSpPr>
          <p:spPr>
            <a:xfrm>
              <a:off x="0" y="9467850"/>
              <a:ext cx="18288000" cy="819150"/>
            </a:xfrm>
            <a:custGeom>
              <a:avLst/>
              <a:gdLst/>
              <a:ahLst/>
              <a:cxnLst/>
              <a:rect l="l" t="t" r="r" b="b"/>
              <a:pathLst>
                <a:path w="18288000" h="819150">
                  <a:moveTo>
                    <a:pt x="18287996" y="819149"/>
                  </a:moveTo>
                  <a:lnTo>
                    <a:pt x="0" y="819149"/>
                  </a:lnTo>
                  <a:lnTo>
                    <a:pt x="0" y="0"/>
                  </a:lnTo>
                  <a:lnTo>
                    <a:pt x="18287996" y="0"/>
                  </a:lnTo>
                  <a:lnTo>
                    <a:pt x="18287996" y="819149"/>
                  </a:lnTo>
                  <a:close/>
                </a:path>
              </a:pathLst>
            </a:custGeom>
            <a:solidFill>
              <a:srgbClr val="9A12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A65AA1B2-ED5A-2715-E472-6903AD2F2E1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06577" y="9583655"/>
              <a:ext cx="2400299" cy="542924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48F8CCC1-38D6-A66C-4250-FA1868163403}"/>
                </a:ext>
              </a:extLst>
            </p:cNvPr>
            <p:cNvSpPr/>
            <p:nvPr/>
          </p:nvSpPr>
          <p:spPr>
            <a:xfrm>
              <a:off x="0" y="1736026"/>
              <a:ext cx="3455035" cy="8551545"/>
            </a:xfrm>
            <a:custGeom>
              <a:avLst/>
              <a:gdLst/>
              <a:ahLst/>
              <a:cxnLst/>
              <a:rect l="l" t="t" r="r" b="b"/>
              <a:pathLst>
                <a:path w="3455035" h="8551545">
                  <a:moveTo>
                    <a:pt x="3454428" y="8550973"/>
                  </a:moveTo>
                  <a:lnTo>
                    <a:pt x="0" y="8550973"/>
                  </a:lnTo>
                  <a:lnTo>
                    <a:pt x="0" y="0"/>
                  </a:lnTo>
                  <a:lnTo>
                    <a:pt x="3454428" y="0"/>
                  </a:lnTo>
                  <a:lnTo>
                    <a:pt x="3454428" y="8550973"/>
                  </a:lnTo>
                  <a:close/>
                </a:path>
              </a:pathLst>
            </a:custGeom>
            <a:solidFill>
              <a:srgbClr val="991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5872EED1-8003-7E7E-5AF0-D3B621DD09D3}"/>
              </a:ext>
            </a:extLst>
          </p:cNvPr>
          <p:cNvSpPr txBox="1"/>
          <p:nvPr/>
        </p:nvSpPr>
        <p:spPr>
          <a:xfrm>
            <a:off x="25396" y="3606894"/>
            <a:ext cx="2457450" cy="36830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55" dirty="0">
                <a:solidFill>
                  <a:schemeClr val="bg1"/>
                </a:solidFill>
                <a:latin typeface="Cambria"/>
                <a:cs typeface="Cambria"/>
              </a:rPr>
              <a:t>Problem</a:t>
            </a:r>
            <a:r>
              <a:rPr sz="2250" spc="-6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sz="2250" spc="-45" dirty="0">
                <a:solidFill>
                  <a:schemeClr val="bg1"/>
                </a:solidFill>
                <a:latin typeface="Cambria"/>
                <a:cs typeface="Cambria"/>
              </a:rPr>
              <a:t>Statement</a:t>
            </a:r>
            <a:endParaRPr sz="2250">
              <a:solidFill>
                <a:schemeClr val="bg1"/>
              </a:solidFill>
              <a:latin typeface="Cambria"/>
              <a:cs typeface="Cambria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058D5B56-9D75-C100-2C89-8FE923C0B7DF}"/>
              </a:ext>
            </a:extLst>
          </p:cNvPr>
          <p:cNvSpPr txBox="1"/>
          <p:nvPr/>
        </p:nvSpPr>
        <p:spPr>
          <a:xfrm>
            <a:off x="79825" y="4107637"/>
            <a:ext cx="129730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50" dirty="0">
                <a:solidFill>
                  <a:srgbClr val="FFFFFF"/>
                </a:solidFill>
                <a:latin typeface="Cambria"/>
                <a:cs typeface="Cambria"/>
              </a:rPr>
              <a:t>Motivation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0AAFBF9F-5E46-65B2-A93F-4145E3C89FD2}"/>
              </a:ext>
            </a:extLst>
          </p:cNvPr>
          <p:cNvSpPr txBox="1"/>
          <p:nvPr/>
        </p:nvSpPr>
        <p:spPr>
          <a:xfrm>
            <a:off x="112482" y="4553951"/>
            <a:ext cx="206565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60" dirty="0">
                <a:solidFill>
                  <a:srgbClr val="FFFFFF"/>
                </a:solidFill>
                <a:latin typeface="Cambria"/>
                <a:cs typeface="Cambria"/>
              </a:rPr>
              <a:t>Literature</a:t>
            </a:r>
            <a:r>
              <a:rPr sz="2250" spc="-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50" spc="-30" dirty="0">
                <a:solidFill>
                  <a:srgbClr val="FFFFFF"/>
                </a:solidFill>
                <a:latin typeface="Cambria"/>
                <a:cs typeface="Cambria"/>
              </a:rPr>
              <a:t>Survey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C7581BB0-FEFA-D420-1AFF-315851F769C0}"/>
              </a:ext>
            </a:extLst>
          </p:cNvPr>
          <p:cNvSpPr txBox="1"/>
          <p:nvPr/>
        </p:nvSpPr>
        <p:spPr>
          <a:xfrm>
            <a:off x="79826" y="4967610"/>
            <a:ext cx="2825385" cy="35907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250" b="1" spc="-50">
                <a:solidFill>
                  <a:srgbClr val="FFC000"/>
                </a:solidFill>
                <a:latin typeface="Cambria"/>
                <a:ea typeface="Cambria"/>
                <a:cs typeface="Cambria"/>
              </a:rPr>
              <a:t>Literature Search</a:t>
            </a: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417276C5-8784-DB13-62F4-3C0495E3C915}"/>
              </a:ext>
            </a:extLst>
          </p:cNvPr>
          <p:cNvSpPr txBox="1"/>
          <p:nvPr/>
        </p:nvSpPr>
        <p:spPr>
          <a:xfrm>
            <a:off x="112482" y="5457466"/>
            <a:ext cx="2541905" cy="36830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250" spc="-6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Research </a:t>
            </a:r>
            <a:r>
              <a:rPr lang="en-US" sz="2250" spc="-6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Gaps</a:t>
            </a:r>
            <a:endParaRPr lang="en-US" sz="2250" spc="-60" dirty="0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A28A95C7-4F9F-4A5C-FF0C-589143C47315}"/>
              </a:ext>
            </a:extLst>
          </p:cNvPr>
          <p:cNvSpPr txBox="1"/>
          <p:nvPr/>
        </p:nvSpPr>
        <p:spPr>
          <a:xfrm>
            <a:off x="79825" y="5947324"/>
            <a:ext cx="1361440" cy="36830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250" spc="-55">
                <a:solidFill>
                  <a:srgbClr val="FFFFFF"/>
                </a:solidFill>
                <a:latin typeface="Cambria"/>
              </a:rPr>
              <a:t>Objectives</a:t>
            </a:r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DE34B5D6-7337-9E60-F006-22BE2E05247C}"/>
              </a:ext>
            </a:extLst>
          </p:cNvPr>
          <p:cNvSpPr txBox="1"/>
          <p:nvPr/>
        </p:nvSpPr>
        <p:spPr>
          <a:xfrm>
            <a:off x="112481" y="6426295"/>
            <a:ext cx="3141346" cy="35907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250" spc="-50">
                <a:solidFill>
                  <a:srgbClr val="FFFFFF"/>
                </a:solidFill>
                <a:latin typeface="Cambria"/>
              </a:rPr>
              <a:t>Architecture Diagram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91138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3534D-C19D-9EF8-EF7B-82F80E38A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25AE9CCA-2DB2-903D-E0E2-0CD27F3FCF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538" rIns="0" bIns="0" rtlCol="0" anchor="t">
            <a:spAutoFit/>
          </a:bodyPr>
          <a:lstStyle/>
          <a:p>
            <a:pPr marL="54610">
              <a:spcBef>
                <a:spcPts val="100"/>
              </a:spcBef>
            </a:pPr>
            <a:r>
              <a:rPr lang="en-US" spc="-40">
                <a:solidFill>
                  <a:srgbClr val="A3123F"/>
                </a:solidFill>
                <a:latin typeface="Georgia"/>
              </a:rPr>
              <a:t>Research Gaps</a:t>
            </a:r>
            <a:endParaRPr lang="en-US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2B6AEDE3-7C1C-8474-DFE4-985FF5711F80}"/>
              </a:ext>
            </a:extLst>
          </p:cNvPr>
          <p:cNvGrpSpPr/>
          <p:nvPr/>
        </p:nvGrpSpPr>
        <p:grpSpPr>
          <a:xfrm>
            <a:off x="0" y="1736026"/>
            <a:ext cx="18288000" cy="8551545"/>
            <a:chOff x="0" y="1736026"/>
            <a:chExt cx="18288000" cy="855154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0DE765D-118C-96C8-AD6D-ED86CAD4D86B}"/>
                </a:ext>
              </a:extLst>
            </p:cNvPr>
            <p:cNvSpPr/>
            <p:nvPr/>
          </p:nvSpPr>
          <p:spPr>
            <a:xfrm>
              <a:off x="0" y="9467850"/>
              <a:ext cx="18288000" cy="819150"/>
            </a:xfrm>
            <a:custGeom>
              <a:avLst/>
              <a:gdLst/>
              <a:ahLst/>
              <a:cxnLst/>
              <a:rect l="l" t="t" r="r" b="b"/>
              <a:pathLst>
                <a:path w="18288000" h="819150">
                  <a:moveTo>
                    <a:pt x="18287996" y="819149"/>
                  </a:moveTo>
                  <a:lnTo>
                    <a:pt x="0" y="819149"/>
                  </a:lnTo>
                  <a:lnTo>
                    <a:pt x="0" y="0"/>
                  </a:lnTo>
                  <a:lnTo>
                    <a:pt x="18287996" y="0"/>
                  </a:lnTo>
                  <a:lnTo>
                    <a:pt x="18287996" y="819149"/>
                  </a:lnTo>
                  <a:close/>
                </a:path>
              </a:pathLst>
            </a:custGeom>
            <a:solidFill>
              <a:srgbClr val="9A12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918663F3-AC40-6EFE-603D-F6095B0786B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06577" y="9583655"/>
              <a:ext cx="2400299" cy="542924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5A594581-B74D-93D2-20DF-4C23933C3E09}"/>
                </a:ext>
              </a:extLst>
            </p:cNvPr>
            <p:cNvSpPr/>
            <p:nvPr/>
          </p:nvSpPr>
          <p:spPr>
            <a:xfrm>
              <a:off x="0" y="1736026"/>
              <a:ext cx="3455035" cy="8551545"/>
            </a:xfrm>
            <a:custGeom>
              <a:avLst/>
              <a:gdLst/>
              <a:ahLst/>
              <a:cxnLst/>
              <a:rect l="l" t="t" r="r" b="b"/>
              <a:pathLst>
                <a:path w="3455035" h="8551545">
                  <a:moveTo>
                    <a:pt x="3454428" y="8550973"/>
                  </a:moveTo>
                  <a:lnTo>
                    <a:pt x="0" y="8550973"/>
                  </a:lnTo>
                  <a:lnTo>
                    <a:pt x="0" y="0"/>
                  </a:lnTo>
                  <a:lnTo>
                    <a:pt x="3454428" y="0"/>
                  </a:lnTo>
                  <a:lnTo>
                    <a:pt x="3454428" y="8550973"/>
                  </a:lnTo>
                  <a:close/>
                </a:path>
              </a:pathLst>
            </a:custGeom>
            <a:solidFill>
              <a:srgbClr val="991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2203DEB8-1534-7B6B-7A6F-04C9EE3C4E53}"/>
              </a:ext>
            </a:extLst>
          </p:cNvPr>
          <p:cNvSpPr txBox="1"/>
          <p:nvPr/>
        </p:nvSpPr>
        <p:spPr>
          <a:xfrm>
            <a:off x="25396" y="3606894"/>
            <a:ext cx="2457450" cy="36830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55" dirty="0">
                <a:solidFill>
                  <a:schemeClr val="bg1"/>
                </a:solidFill>
                <a:latin typeface="Cambria"/>
                <a:cs typeface="Cambria"/>
              </a:rPr>
              <a:t>Problem</a:t>
            </a:r>
            <a:r>
              <a:rPr sz="2250" spc="-6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sz="2250" spc="-45" dirty="0">
                <a:solidFill>
                  <a:schemeClr val="bg1"/>
                </a:solidFill>
                <a:latin typeface="Cambria"/>
                <a:cs typeface="Cambria"/>
              </a:rPr>
              <a:t>Statement</a:t>
            </a:r>
            <a:endParaRPr sz="2250">
              <a:solidFill>
                <a:schemeClr val="bg1"/>
              </a:solidFill>
              <a:latin typeface="Cambria"/>
              <a:cs typeface="Cambria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B34AE3E9-0537-E81D-42DB-95D6301F2B44}"/>
              </a:ext>
            </a:extLst>
          </p:cNvPr>
          <p:cNvSpPr txBox="1"/>
          <p:nvPr/>
        </p:nvSpPr>
        <p:spPr>
          <a:xfrm>
            <a:off x="79825" y="4107637"/>
            <a:ext cx="129730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50" dirty="0">
                <a:solidFill>
                  <a:srgbClr val="FFFFFF"/>
                </a:solidFill>
                <a:latin typeface="Cambria"/>
                <a:cs typeface="Cambria"/>
              </a:rPr>
              <a:t>Motivation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42A609DD-8581-EC39-E721-E7C6876B7BFF}"/>
              </a:ext>
            </a:extLst>
          </p:cNvPr>
          <p:cNvSpPr txBox="1"/>
          <p:nvPr/>
        </p:nvSpPr>
        <p:spPr>
          <a:xfrm>
            <a:off x="112482" y="4553951"/>
            <a:ext cx="206565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60" dirty="0">
                <a:solidFill>
                  <a:srgbClr val="FFFFFF"/>
                </a:solidFill>
                <a:latin typeface="Cambria"/>
                <a:cs typeface="Cambria"/>
              </a:rPr>
              <a:t>Literature</a:t>
            </a:r>
            <a:r>
              <a:rPr sz="2250" spc="-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50" spc="-30" dirty="0">
                <a:solidFill>
                  <a:srgbClr val="FFFFFF"/>
                </a:solidFill>
                <a:latin typeface="Cambria"/>
                <a:cs typeface="Cambria"/>
              </a:rPr>
              <a:t>Survey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EB57BD72-A71B-1ADB-ADF0-C5ABEDCE9724}"/>
              </a:ext>
            </a:extLst>
          </p:cNvPr>
          <p:cNvSpPr txBox="1"/>
          <p:nvPr/>
        </p:nvSpPr>
        <p:spPr>
          <a:xfrm>
            <a:off x="79826" y="4967610"/>
            <a:ext cx="2825385" cy="35907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250" spc="-5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Literature Search</a:t>
            </a:r>
            <a:endParaRPr sz="2250" spc="-50" dirty="0">
              <a:solidFill>
                <a:srgbClr val="FFFFFF"/>
              </a:solidFill>
              <a:latin typeface="Cambria"/>
              <a:cs typeface="Cambria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D75223DA-361E-877E-3BA3-0236C8BEA15A}"/>
              </a:ext>
            </a:extLst>
          </p:cNvPr>
          <p:cNvSpPr txBox="1"/>
          <p:nvPr/>
        </p:nvSpPr>
        <p:spPr>
          <a:xfrm>
            <a:off x="112482" y="5457466"/>
            <a:ext cx="2541905" cy="36830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250" b="1" spc="-60" dirty="0">
                <a:solidFill>
                  <a:srgbClr val="FFC000"/>
                </a:solidFill>
                <a:latin typeface="Cambria"/>
                <a:ea typeface="Cambria"/>
                <a:cs typeface="Cambria"/>
              </a:rPr>
              <a:t>Research </a:t>
            </a:r>
            <a:r>
              <a:rPr lang="en-US" sz="2250" b="1" spc="-60">
                <a:solidFill>
                  <a:srgbClr val="FFC000"/>
                </a:solidFill>
                <a:latin typeface="Cambria"/>
                <a:ea typeface="Cambria"/>
                <a:cs typeface="Cambria"/>
              </a:rPr>
              <a:t>Gaps</a:t>
            </a:r>
            <a:endParaRPr lang="en-US" sz="2250" b="1" spc="-60" dirty="0">
              <a:solidFill>
                <a:srgbClr val="FFC000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5D077543-234C-E751-8E14-B433EED1EE41}"/>
              </a:ext>
            </a:extLst>
          </p:cNvPr>
          <p:cNvSpPr txBox="1"/>
          <p:nvPr/>
        </p:nvSpPr>
        <p:spPr>
          <a:xfrm>
            <a:off x="79825" y="5947324"/>
            <a:ext cx="1361440" cy="36830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250" spc="-55">
                <a:solidFill>
                  <a:srgbClr val="FFFFFF"/>
                </a:solidFill>
                <a:latin typeface="Cambria"/>
              </a:rPr>
              <a:t>Objectives</a:t>
            </a:r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A1CB9D90-5100-FF6C-F710-4C5830A13068}"/>
              </a:ext>
            </a:extLst>
          </p:cNvPr>
          <p:cNvSpPr txBox="1"/>
          <p:nvPr/>
        </p:nvSpPr>
        <p:spPr>
          <a:xfrm>
            <a:off x="112481" y="6426295"/>
            <a:ext cx="3141346" cy="35907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250" spc="-50">
                <a:solidFill>
                  <a:srgbClr val="FFFFFF"/>
                </a:solidFill>
                <a:latin typeface="Cambria"/>
              </a:rPr>
              <a:t>Architecture Diagram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4671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1CBC8-9622-4DF6-6655-32EB54324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0EA67D66-2E94-17B4-3B19-69BE2028AD8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538" rIns="0" bIns="0" rtlCol="0" anchor="t">
            <a:spAutoFit/>
          </a:bodyPr>
          <a:lstStyle/>
          <a:p>
            <a:pPr marL="54610">
              <a:lnSpc>
                <a:spcPct val="100000"/>
              </a:lnSpc>
              <a:spcBef>
                <a:spcPts val="100"/>
              </a:spcBef>
            </a:pPr>
            <a:r>
              <a:rPr lang="en-US" spc="-40" dirty="0" err="1">
                <a:solidFill>
                  <a:srgbClr val="A3123F"/>
                </a:solidFill>
                <a:latin typeface="Georgia"/>
              </a:rPr>
              <a:t>Objecti</a:t>
            </a:r>
            <a:r>
              <a:rPr lang="en-US" spc="-40" dirty="0">
                <a:solidFill>
                  <a:srgbClr val="A3123F"/>
                </a:solidFill>
                <a:latin typeface="Georgia"/>
              </a:rPr>
              <a:t>ves</a:t>
            </a:r>
            <a:endParaRPr lang="en-US"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EF55876D-64CF-5A78-F48E-6B1527B239CD}"/>
              </a:ext>
            </a:extLst>
          </p:cNvPr>
          <p:cNvGrpSpPr/>
          <p:nvPr/>
        </p:nvGrpSpPr>
        <p:grpSpPr>
          <a:xfrm>
            <a:off x="0" y="1736026"/>
            <a:ext cx="18288000" cy="8551545"/>
            <a:chOff x="0" y="1736026"/>
            <a:chExt cx="18288000" cy="855154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96D9787-E6B7-4BAE-04A4-EA65DC865455}"/>
                </a:ext>
              </a:extLst>
            </p:cNvPr>
            <p:cNvSpPr/>
            <p:nvPr/>
          </p:nvSpPr>
          <p:spPr>
            <a:xfrm>
              <a:off x="0" y="9467850"/>
              <a:ext cx="18288000" cy="819150"/>
            </a:xfrm>
            <a:custGeom>
              <a:avLst/>
              <a:gdLst/>
              <a:ahLst/>
              <a:cxnLst/>
              <a:rect l="l" t="t" r="r" b="b"/>
              <a:pathLst>
                <a:path w="18288000" h="819150">
                  <a:moveTo>
                    <a:pt x="18287996" y="819149"/>
                  </a:moveTo>
                  <a:lnTo>
                    <a:pt x="0" y="819149"/>
                  </a:lnTo>
                  <a:lnTo>
                    <a:pt x="0" y="0"/>
                  </a:lnTo>
                  <a:lnTo>
                    <a:pt x="18287996" y="0"/>
                  </a:lnTo>
                  <a:lnTo>
                    <a:pt x="18287996" y="819149"/>
                  </a:lnTo>
                  <a:close/>
                </a:path>
              </a:pathLst>
            </a:custGeom>
            <a:solidFill>
              <a:srgbClr val="9A12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6986A682-7FB8-D659-BEE8-E680FE8C88D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06577" y="9583655"/>
              <a:ext cx="2400299" cy="542924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5C07117E-D554-6EDA-4886-D105193637C4}"/>
                </a:ext>
              </a:extLst>
            </p:cNvPr>
            <p:cNvSpPr/>
            <p:nvPr/>
          </p:nvSpPr>
          <p:spPr>
            <a:xfrm>
              <a:off x="0" y="1736026"/>
              <a:ext cx="3455035" cy="8551545"/>
            </a:xfrm>
            <a:custGeom>
              <a:avLst/>
              <a:gdLst/>
              <a:ahLst/>
              <a:cxnLst/>
              <a:rect l="l" t="t" r="r" b="b"/>
              <a:pathLst>
                <a:path w="3455035" h="8551545">
                  <a:moveTo>
                    <a:pt x="3454428" y="8550973"/>
                  </a:moveTo>
                  <a:lnTo>
                    <a:pt x="0" y="8550973"/>
                  </a:lnTo>
                  <a:lnTo>
                    <a:pt x="0" y="0"/>
                  </a:lnTo>
                  <a:lnTo>
                    <a:pt x="3454428" y="0"/>
                  </a:lnTo>
                  <a:lnTo>
                    <a:pt x="3454428" y="8550973"/>
                  </a:lnTo>
                  <a:close/>
                </a:path>
              </a:pathLst>
            </a:custGeom>
            <a:solidFill>
              <a:srgbClr val="991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6B952F75-87CA-DF50-C78A-F389D5A596B5}"/>
              </a:ext>
            </a:extLst>
          </p:cNvPr>
          <p:cNvSpPr txBox="1"/>
          <p:nvPr/>
        </p:nvSpPr>
        <p:spPr>
          <a:xfrm>
            <a:off x="25396" y="3606894"/>
            <a:ext cx="2457450" cy="36830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55" dirty="0">
                <a:solidFill>
                  <a:schemeClr val="bg1"/>
                </a:solidFill>
                <a:latin typeface="Cambria"/>
                <a:cs typeface="Cambria"/>
              </a:rPr>
              <a:t>Problem</a:t>
            </a:r>
            <a:r>
              <a:rPr sz="2250" spc="-6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sz="2250" spc="-45" dirty="0">
                <a:solidFill>
                  <a:schemeClr val="bg1"/>
                </a:solidFill>
                <a:latin typeface="Cambria"/>
                <a:cs typeface="Cambria"/>
              </a:rPr>
              <a:t>Statement</a:t>
            </a:r>
            <a:endParaRPr sz="2250">
              <a:solidFill>
                <a:schemeClr val="bg1"/>
              </a:solidFill>
              <a:latin typeface="Cambria"/>
              <a:cs typeface="Cambria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D273CF61-BE7E-431E-FDA5-A90567F6BD7B}"/>
              </a:ext>
            </a:extLst>
          </p:cNvPr>
          <p:cNvSpPr txBox="1"/>
          <p:nvPr/>
        </p:nvSpPr>
        <p:spPr>
          <a:xfrm>
            <a:off x="79825" y="4107637"/>
            <a:ext cx="129730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50" dirty="0">
                <a:solidFill>
                  <a:srgbClr val="FFFFFF"/>
                </a:solidFill>
                <a:latin typeface="Cambria"/>
                <a:cs typeface="Cambria"/>
              </a:rPr>
              <a:t>Motivation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049C3F73-8CEE-B85B-BD68-37D6A301ECF3}"/>
              </a:ext>
            </a:extLst>
          </p:cNvPr>
          <p:cNvSpPr txBox="1"/>
          <p:nvPr/>
        </p:nvSpPr>
        <p:spPr>
          <a:xfrm>
            <a:off x="112482" y="4553951"/>
            <a:ext cx="206565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60" dirty="0">
                <a:solidFill>
                  <a:srgbClr val="FFFFFF"/>
                </a:solidFill>
                <a:latin typeface="Cambria"/>
                <a:cs typeface="Cambria"/>
              </a:rPr>
              <a:t>Literature</a:t>
            </a:r>
            <a:r>
              <a:rPr sz="2250" spc="-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50" spc="-30" dirty="0">
                <a:solidFill>
                  <a:srgbClr val="FFFFFF"/>
                </a:solidFill>
                <a:latin typeface="Cambria"/>
                <a:cs typeface="Cambria"/>
              </a:rPr>
              <a:t>Survey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956ADA75-BD34-B772-BD74-06012FC58D8E}"/>
              </a:ext>
            </a:extLst>
          </p:cNvPr>
          <p:cNvSpPr txBox="1"/>
          <p:nvPr/>
        </p:nvSpPr>
        <p:spPr>
          <a:xfrm>
            <a:off x="79826" y="4967610"/>
            <a:ext cx="2825385" cy="35907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250" spc="-5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Literature Search</a:t>
            </a:r>
            <a:endParaRPr sz="2250" spc="-50" dirty="0">
              <a:solidFill>
                <a:srgbClr val="FFFFFF"/>
              </a:solidFill>
              <a:latin typeface="Cambria"/>
              <a:cs typeface="Cambria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B40C4CE2-FAF1-3AA8-D5BE-55F1431B090D}"/>
              </a:ext>
            </a:extLst>
          </p:cNvPr>
          <p:cNvSpPr txBox="1"/>
          <p:nvPr/>
        </p:nvSpPr>
        <p:spPr>
          <a:xfrm>
            <a:off x="112482" y="5457466"/>
            <a:ext cx="2541905" cy="36830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250" spc="-6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Research </a:t>
            </a:r>
            <a:r>
              <a:rPr lang="en-US" sz="2250" spc="-6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Gaps</a:t>
            </a:r>
            <a:endParaRPr lang="en-US" sz="2250" spc="-60" dirty="0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A1AB1986-79D7-0376-1A18-E6CA6ADEE458}"/>
              </a:ext>
            </a:extLst>
          </p:cNvPr>
          <p:cNvSpPr txBox="1"/>
          <p:nvPr/>
        </p:nvSpPr>
        <p:spPr>
          <a:xfrm>
            <a:off x="79825" y="5947324"/>
            <a:ext cx="1361440" cy="36830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250" b="1" spc="-55">
                <a:solidFill>
                  <a:srgbClr val="FFC000"/>
                </a:solidFill>
                <a:latin typeface="Cambria"/>
              </a:rPr>
              <a:t>Objectives</a:t>
            </a:r>
            <a:endParaRPr lang="en-US" b="1">
              <a:solidFill>
                <a:srgbClr val="FFC000"/>
              </a:solidFill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E171C5F0-5E85-2CB2-B330-AC3236062483}"/>
              </a:ext>
            </a:extLst>
          </p:cNvPr>
          <p:cNvSpPr txBox="1"/>
          <p:nvPr/>
        </p:nvSpPr>
        <p:spPr>
          <a:xfrm>
            <a:off x="112481" y="6426295"/>
            <a:ext cx="3141346" cy="35907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250" spc="-50">
                <a:solidFill>
                  <a:srgbClr val="FFFFFF"/>
                </a:solidFill>
                <a:latin typeface="Cambria"/>
              </a:rPr>
              <a:t>Architecture Diagram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98329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0621D-F11D-905B-12EB-845B0AF5F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0E997ADB-775A-7C7F-033E-3A1E1D921E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538" rIns="0" bIns="0" rtlCol="0" anchor="t">
            <a:spAutoFit/>
          </a:bodyPr>
          <a:lstStyle/>
          <a:p>
            <a:pPr marL="54610">
              <a:spcBef>
                <a:spcPts val="100"/>
              </a:spcBef>
            </a:pPr>
            <a:r>
              <a:rPr lang="en-US" spc="-40">
                <a:solidFill>
                  <a:srgbClr val="A3123F"/>
                </a:solidFill>
                <a:latin typeface="Georgia"/>
              </a:rPr>
              <a:t>Architecture Diagram</a:t>
            </a:r>
            <a:endParaRPr lang="en-US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53E93B84-7EFC-844B-FEFE-B64168730CBF}"/>
              </a:ext>
            </a:extLst>
          </p:cNvPr>
          <p:cNvGrpSpPr/>
          <p:nvPr/>
        </p:nvGrpSpPr>
        <p:grpSpPr>
          <a:xfrm>
            <a:off x="0" y="1736026"/>
            <a:ext cx="18288000" cy="8551545"/>
            <a:chOff x="0" y="1736026"/>
            <a:chExt cx="18288000" cy="855154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A2D71239-78F2-BEF1-F4C3-293320727AAE}"/>
                </a:ext>
              </a:extLst>
            </p:cNvPr>
            <p:cNvSpPr/>
            <p:nvPr/>
          </p:nvSpPr>
          <p:spPr>
            <a:xfrm>
              <a:off x="0" y="9467850"/>
              <a:ext cx="18288000" cy="819150"/>
            </a:xfrm>
            <a:custGeom>
              <a:avLst/>
              <a:gdLst/>
              <a:ahLst/>
              <a:cxnLst/>
              <a:rect l="l" t="t" r="r" b="b"/>
              <a:pathLst>
                <a:path w="18288000" h="819150">
                  <a:moveTo>
                    <a:pt x="18287996" y="819149"/>
                  </a:moveTo>
                  <a:lnTo>
                    <a:pt x="0" y="819149"/>
                  </a:lnTo>
                  <a:lnTo>
                    <a:pt x="0" y="0"/>
                  </a:lnTo>
                  <a:lnTo>
                    <a:pt x="18287996" y="0"/>
                  </a:lnTo>
                  <a:lnTo>
                    <a:pt x="18287996" y="819149"/>
                  </a:lnTo>
                  <a:close/>
                </a:path>
              </a:pathLst>
            </a:custGeom>
            <a:solidFill>
              <a:srgbClr val="9A12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2D820937-676E-790E-82C9-48D87B1A85B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06577" y="9583655"/>
              <a:ext cx="2400299" cy="542924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AA717D3-AA74-8733-F196-58743CE7472B}"/>
                </a:ext>
              </a:extLst>
            </p:cNvPr>
            <p:cNvSpPr/>
            <p:nvPr/>
          </p:nvSpPr>
          <p:spPr>
            <a:xfrm>
              <a:off x="0" y="1736026"/>
              <a:ext cx="3455035" cy="8551545"/>
            </a:xfrm>
            <a:custGeom>
              <a:avLst/>
              <a:gdLst/>
              <a:ahLst/>
              <a:cxnLst/>
              <a:rect l="l" t="t" r="r" b="b"/>
              <a:pathLst>
                <a:path w="3455035" h="8551545">
                  <a:moveTo>
                    <a:pt x="3454428" y="8550973"/>
                  </a:moveTo>
                  <a:lnTo>
                    <a:pt x="0" y="8550973"/>
                  </a:lnTo>
                  <a:lnTo>
                    <a:pt x="0" y="0"/>
                  </a:lnTo>
                  <a:lnTo>
                    <a:pt x="3454428" y="0"/>
                  </a:lnTo>
                  <a:lnTo>
                    <a:pt x="3454428" y="8550973"/>
                  </a:lnTo>
                  <a:close/>
                </a:path>
              </a:pathLst>
            </a:custGeom>
            <a:solidFill>
              <a:srgbClr val="991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>
            <a:extLst>
              <a:ext uri="{FF2B5EF4-FFF2-40B4-BE49-F238E27FC236}">
                <a16:creationId xmlns:a16="http://schemas.microsoft.com/office/drawing/2014/main" id="{7FBEE8A6-7416-071F-A0EC-388A5D329A87}"/>
              </a:ext>
            </a:extLst>
          </p:cNvPr>
          <p:cNvSpPr txBox="1"/>
          <p:nvPr/>
        </p:nvSpPr>
        <p:spPr>
          <a:xfrm>
            <a:off x="25396" y="3606894"/>
            <a:ext cx="2457450" cy="36830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55" dirty="0">
                <a:solidFill>
                  <a:schemeClr val="bg1"/>
                </a:solidFill>
                <a:latin typeface="Cambria"/>
                <a:cs typeface="Cambria"/>
              </a:rPr>
              <a:t>Problem</a:t>
            </a:r>
            <a:r>
              <a:rPr sz="2250" spc="-65" dirty="0">
                <a:solidFill>
                  <a:schemeClr val="bg1"/>
                </a:solidFill>
                <a:latin typeface="Cambria"/>
                <a:cs typeface="Cambria"/>
              </a:rPr>
              <a:t> </a:t>
            </a:r>
            <a:r>
              <a:rPr sz="2250" spc="-45" dirty="0">
                <a:solidFill>
                  <a:schemeClr val="bg1"/>
                </a:solidFill>
                <a:latin typeface="Cambria"/>
                <a:cs typeface="Cambria"/>
              </a:rPr>
              <a:t>Statement</a:t>
            </a:r>
            <a:endParaRPr sz="2250">
              <a:solidFill>
                <a:schemeClr val="bg1"/>
              </a:solidFill>
              <a:latin typeface="Cambria"/>
              <a:cs typeface="Cambria"/>
            </a:endParaRPr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CBC8F0CA-1F24-4050-F6DA-02F3C617593A}"/>
              </a:ext>
            </a:extLst>
          </p:cNvPr>
          <p:cNvSpPr txBox="1"/>
          <p:nvPr/>
        </p:nvSpPr>
        <p:spPr>
          <a:xfrm>
            <a:off x="79825" y="4107637"/>
            <a:ext cx="129730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50" dirty="0">
                <a:solidFill>
                  <a:srgbClr val="FFFFFF"/>
                </a:solidFill>
                <a:latin typeface="Cambria"/>
                <a:cs typeface="Cambria"/>
              </a:rPr>
              <a:t>Motivation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5B436D59-EDA9-DF52-2B80-B9B6A0E5C22B}"/>
              </a:ext>
            </a:extLst>
          </p:cNvPr>
          <p:cNvSpPr txBox="1"/>
          <p:nvPr/>
        </p:nvSpPr>
        <p:spPr>
          <a:xfrm>
            <a:off x="112482" y="4553951"/>
            <a:ext cx="2065655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spc="-60" dirty="0">
                <a:solidFill>
                  <a:srgbClr val="FFFFFF"/>
                </a:solidFill>
                <a:latin typeface="Cambria"/>
                <a:cs typeface="Cambria"/>
              </a:rPr>
              <a:t>Literature</a:t>
            </a:r>
            <a:r>
              <a:rPr sz="2250" spc="-6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250" spc="-30" dirty="0">
                <a:solidFill>
                  <a:srgbClr val="FFFFFF"/>
                </a:solidFill>
                <a:latin typeface="Cambria"/>
                <a:cs typeface="Cambria"/>
              </a:rPr>
              <a:t>Survey</a:t>
            </a:r>
            <a:endParaRPr sz="2250">
              <a:latin typeface="Cambria"/>
              <a:cs typeface="Cambria"/>
            </a:endParaRPr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E85DF56F-2DEB-689F-AA2D-69D30A27EA9B}"/>
              </a:ext>
            </a:extLst>
          </p:cNvPr>
          <p:cNvSpPr txBox="1"/>
          <p:nvPr/>
        </p:nvSpPr>
        <p:spPr>
          <a:xfrm>
            <a:off x="79826" y="4967610"/>
            <a:ext cx="2825385" cy="35907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250" spc="-5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Literature Search</a:t>
            </a:r>
            <a:endParaRPr sz="2250" spc="-50" dirty="0">
              <a:solidFill>
                <a:srgbClr val="FFFFFF"/>
              </a:solidFill>
              <a:latin typeface="Cambria"/>
              <a:cs typeface="Cambria"/>
            </a:endParaRPr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56F33CD6-9563-C8E2-B60C-EBC3F008AEAC}"/>
              </a:ext>
            </a:extLst>
          </p:cNvPr>
          <p:cNvSpPr txBox="1"/>
          <p:nvPr/>
        </p:nvSpPr>
        <p:spPr>
          <a:xfrm>
            <a:off x="112482" y="5457466"/>
            <a:ext cx="2541905" cy="36830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250" spc="-60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Research </a:t>
            </a:r>
            <a:r>
              <a:rPr lang="en-US" sz="2250" spc="-6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Gaps</a:t>
            </a:r>
            <a:endParaRPr lang="en-US" sz="2250" spc="-60" dirty="0">
              <a:solidFill>
                <a:srgbClr val="FFFFFF"/>
              </a:solidFill>
              <a:latin typeface="Cambria"/>
              <a:ea typeface="Cambria"/>
              <a:cs typeface="Cambria"/>
            </a:endParaRPr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D3D6262A-707F-7289-6431-03C594B7C9AD}"/>
              </a:ext>
            </a:extLst>
          </p:cNvPr>
          <p:cNvSpPr txBox="1"/>
          <p:nvPr/>
        </p:nvSpPr>
        <p:spPr>
          <a:xfrm>
            <a:off x="79825" y="5947324"/>
            <a:ext cx="1361440" cy="36830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2250" spc="-55">
                <a:solidFill>
                  <a:schemeClr val="bg1"/>
                </a:solidFill>
                <a:latin typeface="Cambria"/>
              </a:rPr>
              <a:t>Objectives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33E6F112-0A8F-A7B0-4D69-363BEA889DA1}"/>
              </a:ext>
            </a:extLst>
          </p:cNvPr>
          <p:cNvSpPr txBox="1"/>
          <p:nvPr/>
        </p:nvSpPr>
        <p:spPr>
          <a:xfrm>
            <a:off x="112481" y="6426295"/>
            <a:ext cx="3141346" cy="359073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en-US" sz="2250" b="1" spc="-50">
                <a:solidFill>
                  <a:srgbClr val="FFC000"/>
                </a:solidFill>
                <a:latin typeface="Cambria"/>
              </a:rPr>
              <a:t>Architecture Diagram</a:t>
            </a:r>
            <a:endParaRPr lang="en-US" b="1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6300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90D58B-8FBD-A42F-39BD-8DE1998CF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>
            <a:extLst>
              <a:ext uri="{FF2B5EF4-FFF2-40B4-BE49-F238E27FC236}">
                <a16:creationId xmlns:a16="http://schemas.microsoft.com/office/drawing/2014/main" id="{FC75E225-9B65-9438-297A-4AB72D9EE2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55538" rIns="0" bIns="0" rtlCol="0" anchor="t">
            <a:spAutoFit/>
          </a:bodyPr>
          <a:lstStyle/>
          <a:p>
            <a:pPr marL="54610">
              <a:spcBef>
                <a:spcPts val="100"/>
              </a:spcBef>
            </a:pPr>
            <a:r>
              <a:rPr lang="en-US" spc="-40">
                <a:solidFill>
                  <a:srgbClr val="A3123F"/>
                </a:solidFill>
                <a:latin typeface="Georgia"/>
              </a:rPr>
              <a:t>References</a:t>
            </a:r>
            <a:endParaRPr lang="en-US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152BD6D-F032-496E-5C4A-496E53DF73B1}"/>
              </a:ext>
            </a:extLst>
          </p:cNvPr>
          <p:cNvGrpSpPr/>
          <p:nvPr/>
        </p:nvGrpSpPr>
        <p:grpSpPr>
          <a:xfrm>
            <a:off x="0" y="1736026"/>
            <a:ext cx="18288000" cy="8551545"/>
            <a:chOff x="0" y="1736026"/>
            <a:chExt cx="18288000" cy="855154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9623512-D9C1-3FEA-964A-EABC438F3778}"/>
                </a:ext>
              </a:extLst>
            </p:cNvPr>
            <p:cNvSpPr/>
            <p:nvPr/>
          </p:nvSpPr>
          <p:spPr>
            <a:xfrm>
              <a:off x="0" y="9467850"/>
              <a:ext cx="18288000" cy="819150"/>
            </a:xfrm>
            <a:custGeom>
              <a:avLst/>
              <a:gdLst/>
              <a:ahLst/>
              <a:cxnLst/>
              <a:rect l="l" t="t" r="r" b="b"/>
              <a:pathLst>
                <a:path w="18288000" h="819150">
                  <a:moveTo>
                    <a:pt x="18287996" y="819149"/>
                  </a:moveTo>
                  <a:lnTo>
                    <a:pt x="0" y="819149"/>
                  </a:lnTo>
                  <a:lnTo>
                    <a:pt x="0" y="0"/>
                  </a:lnTo>
                  <a:lnTo>
                    <a:pt x="18287996" y="0"/>
                  </a:lnTo>
                  <a:lnTo>
                    <a:pt x="18287996" y="819149"/>
                  </a:lnTo>
                  <a:close/>
                </a:path>
              </a:pathLst>
            </a:custGeom>
            <a:solidFill>
              <a:srgbClr val="9A12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6121F7D0-EF36-AA74-268C-83EEC3F2588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06577" y="9583655"/>
              <a:ext cx="2400299" cy="542924"/>
            </a:xfrm>
            <a:prstGeom prst="rect">
              <a:avLst/>
            </a:prstGeom>
          </p:spPr>
        </p:pic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EA4380D2-4990-CF72-D302-8D2944BF40D0}"/>
                </a:ext>
              </a:extLst>
            </p:cNvPr>
            <p:cNvSpPr/>
            <p:nvPr/>
          </p:nvSpPr>
          <p:spPr>
            <a:xfrm>
              <a:off x="0" y="1736026"/>
              <a:ext cx="3455035" cy="8551545"/>
            </a:xfrm>
            <a:custGeom>
              <a:avLst/>
              <a:gdLst/>
              <a:ahLst/>
              <a:cxnLst/>
              <a:rect l="l" t="t" r="r" b="b"/>
              <a:pathLst>
                <a:path w="3455035" h="8551545">
                  <a:moveTo>
                    <a:pt x="3454428" y="8550973"/>
                  </a:moveTo>
                  <a:lnTo>
                    <a:pt x="0" y="8550973"/>
                  </a:lnTo>
                  <a:lnTo>
                    <a:pt x="0" y="0"/>
                  </a:lnTo>
                  <a:lnTo>
                    <a:pt x="3454428" y="0"/>
                  </a:lnTo>
                  <a:lnTo>
                    <a:pt x="3454428" y="8550973"/>
                  </a:lnTo>
                  <a:close/>
                </a:path>
              </a:pathLst>
            </a:custGeom>
            <a:solidFill>
              <a:srgbClr val="99124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199526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59636" y="9814823"/>
            <a:ext cx="11569065" cy="276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AMARAVATI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|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AMRITAPURI</a:t>
            </a:r>
            <a:r>
              <a:rPr sz="1650" spc="-10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|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BENGALURU</a:t>
            </a:r>
            <a:r>
              <a:rPr sz="1650" spc="-10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|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b="1" dirty="0">
                <a:solidFill>
                  <a:srgbClr val="FFFFFF"/>
                </a:solidFill>
                <a:latin typeface="Arial"/>
                <a:cs typeface="Arial"/>
              </a:rPr>
              <a:t>CHENNAI</a:t>
            </a:r>
            <a:r>
              <a:rPr sz="165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|</a:t>
            </a:r>
            <a:r>
              <a:rPr sz="1650" spc="-10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COIMBATORE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|</a:t>
            </a:r>
            <a:r>
              <a:rPr sz="1650" spc="-10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FARIDABAD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|</a:t>
            </a:r>
            <a:r>
              <a:rPr sz="1650" spc="-10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KOCHI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|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MYSURU</a:t>
            </a:r>
            <a:r>
              <a:rPr sz="1650" spc="-10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dirty="0">
                <a:solidFill>
                  <a:srgbClr val="FFD164"/>
                </a:solidFill>
                <a:latin typeface="Arial MT"/>
                <a:cs typeface="Arial MT"/>
              </a:rPr>
              <a:t>|</a:t>
            </a:r>
            <a:r>
              <a:rPr sz="1650" spc="-15" dirty="0">
                <a:solidFill>
                  <a:srgbClr val="FFD164"/>
                </a:solidFill>
                <a:latin typeface="Arial MT"/>
                <a:cs typeface="Arial MT"/>
              </a:rPr>
              <a:t> </a:t>
            </a:r>
            <a:r>
              <a:rPr sz="1650" spc="-10" dirty="0">
                <a:solidFill>
                  <a:srgbClr val="FFD164"/>
                </a:solidFill>
                <a:latin typeface="Arial MT"/>
                <a:cs typeface="Arial MT"/>
              </a:rPr>
              <a:t>NAGARCOIL</a:t>
            </a:r>
            <a:endParaRPr sz="165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0"/>
            <a:ext cx="18287998" cy="10286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7202665" y="5332729"/>
            <a:ext cx="38830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135" dirty="0">
                <a:solidFill>
                  <a:srgbClr val="FFFFFF"/>
                </a:solidFill>
                <a:latin typeface="Georgia"/>
                <a:cs typeface="Georgia"/>
              </a:rPr>
              <a:t>Thank</a:t>
            </a:r>
            <a:r>
              <a:rPr sz="6000" spc="390" dirty="0">
                <a:solidFill>
                  <a:srgbClr val="FFFFFF"/>
                </a:solidFill>
                <a:latin typeface="Georgia"/>
                <a:cs typeface="Georgia"/>
              </a:rPr>
              <a:t> </a:t>
            </a:r>
            <a:r>
              <a:rPr sz="6000" spc="90" dirty="0">
                <a:solidFill>
                  <a:srgbClr val="FFFFFF"/>
                </a:solidFill>
                <a:latin typeface="Georgia"/>
                <a:cs typeface="Georgia"/>
              </a:rPr>
              <a:t>You</a:t>
            </a:r>
            <a:endParaRPr sz="6000">
              <a:latin typeface="Georgia"/>
              <a:cs typeface="Georgi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90935" y="6875743"/>
            <a:ext cx="10906125" cy="14604"/>
          </a:xfrm>
          <a:custGeom>
            <a:avLst/>
            <a:gdLst/>
            <a:ahLst/>
            <a:cxnLst/>
            <a:rect l="l" t="t" r="r" b="b"/>
            <a:pathLst>
              <a:path w="10906125" h="14604">
                <a:moveTo>
                  <a:pt x="0" y="0"/>
                </a:moveTo>
                <a:lnTo>
                  <a:pt x="10906010" y="14275"/>
                </a:lnTo>
              </a:path>
            </a:pathLst>
          </a:custGeom>
          <a:ln w="9524">
            <a:solidFill>
              <a:srgbClr val="FFD16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6DB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Custom</PresentationFormat>
  <Slides>10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20CYS495 Project Phase-1 Zeroth Review Presentation</vt:lpstr>
      <vt:lpstr>Problem Statement</vt:lpstr>
      <vt:lpstr>Motivation</vt:lpstr>
      <vt:lpstr>Literature Survey</vt:lpstr>
      <vt:lpstr>Literature Search</vt:lpstr>
      <vt:lpstr>Research Gaps</vt:lpstr>
      <vt:lpstr>Objectives</vt:lpstr>
      <vt:lpstr>Architecture Diagram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template.pptx</dc:title>
  <dc:creator>Julluneeraja</dc:creator>
  <cp:keywords>DAG-373mRgY,BAF3oVSqZHw,0</cp:keywords>
  <cp:revision>94</cp:revision>
  <dcterms:created xsi:type="dcterms:W3CDTF">2026-06-23T08:28:57Z</dcterms:created>
  <dcterms:modified xsi:type="dcterms:W3CDTF">2026-06-23T08:57:46Z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2026-01-20T00:00:00Z</vt:filetime>
  </property>
  <property fmtid="{D5CDD505-2E9C-101B-9397-08002B2CF9AE}" pid="4" name="Creator">
    <vt:lpwstr>Canva</vt:lpwstr>
  </property>
  <property fmtid="{D5CDD505-2E9C-101B-9397-08002B2CF9AE}" pid="5" name="LastSaved">
    <vt:filetime>2026-06-23T00:00:00Z</vt:filetime>
  </property>
  <property fmtid="{D5CDD505-2E9C-101B-9397-08002B2CF9AE}" pid="6" name="Producer">
    <vt:lpwstr>Canva</vt:lpwstr>
  </property>
</Properties>
</file>