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46304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82880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19456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6032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92608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29184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65760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02336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38912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75488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12064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85216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949440"/>
            <a:ext cx="12188952" cy="9144"/>
          </a:xfrm>
          <a:prstGeom prst="rect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1005840"/>
            <a:ext cx="2743200" cy="1645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1005840"/>
            <a:ext cx="109728" cy="1645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10515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FF88"/>
                </a:solidFill>
              </a:rPr>
              <a:t>PISA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87451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A80"/>
                </a:solidFill>
              </a:rPr>
              <a:t>1st Review  |  Implementation &amp;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Portable IoT Security Assessment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8"/>
                </a:solidFill>
              </a:rPr>
              <a:t>From Proposal to Working System — M0 through M5 Implemented, Tested (380 Passing Tests),
and Validated Against Real Hardware and Live Vulnerability Intelligence APIs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26280"/>
            <a:ext cx="100584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63440"/>
            <a:ext cx="2377440" cy="347472"/>
          </a:xfrm>
          <a:prstGeom prst="rect">
            <a:avLst/>
          </a:prstGeom>
          <a:solidFill>
            <a:srgbClr val="00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</a:rPr>
              <a:t>Real AWUS036ACM Hardware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4663440"/>
            <a:ext cx="1828800" cy="347472"/>
          </a:xfrm>
          <a:prstGeom prst="rect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4663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380 Tests Passing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663440"/>
            <a:ext cx="2194560" cy="347472"/>
          </a:xfrm>
          <a:prstGeom prst="rect">
            <a:avLst/>
          </a:prstGeom>
          <a:solidFill>
            <a:srgbClr val="3A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4663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Live NVD / EPSS / KEV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4663440"/>
            <a:ext cx="2194560" cy="347472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0" y="4663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Authorized Use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Vivek Reddy  |  20CYS495  |  Amrita School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Review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10642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3807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What was approved at the 0th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51560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51560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051560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10642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3807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The full M0–M5 pipeline as actually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819656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1819656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819656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1874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Makes PISA Different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vs. Nmap + Bettercap + manual CVE lookup + RouterSploit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819656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819656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819656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1874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Module Walkthrough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M0 WiFi → M1 Discovery → M2 Fingerprint → M3 Vuln Intel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587752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587752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58775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264261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29169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Applicability → Verification → Authorization → Exploitation gate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587752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2587752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258775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264261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Real Hardware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9169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What has actually been proven, on real evidence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355848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3355848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35584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" y="34107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Engineering Rigor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36850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380 automated tests, honest known limitations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55848"/>
            <a:ext cx="539496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55848"/>
            <a:ext cx="50292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335584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90D1A"/>
                </a:solidFill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341071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36850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What's next before the final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What Was Approved at the 0th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01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5486400" cy="22860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54864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124712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The Approved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399032"/>
            <a:ext cx="530352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IoT security assessment today needs 4+ separate tools (Bettercap, Nmap, manual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NVD lookup, RouterSploit), each with no shared identity or evidence model.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No existing tool combines WiFi-layer posture scoring with a full device-level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vulnerability pipeline in one portable package.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5669280" cy="22860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051560"/>
            <a:ext cx="54864" cy="2286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124712"/>
            <a:ext cx="5504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The Approved Scope (v1)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399032"/>
            <a:ext cx="548640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M0: Passive WiFi beacon capture + WSPS security scoring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M1: Network join + ARP/Nmap device discovery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M2: Protocol behavioral fingerprinting (HTTP/MQTT/CoAP/RTSP)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M3: CPE-precise CVE correlation + CVSS/EPSS/KEV scoring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M4: Authorized, gated exploit verification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20440"/>
            <a:ext cx="11338560" cy="22860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520440"/>
            <a:ext cx="54864" cy="2286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59359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This Review's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867912"/>
            <a:ext cx="111556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Everything approved in the proposal has now been implemented, tested (380 automated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tests), and — for the first time — validated against real physical hardware: a real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monitor-mode WiFi adapter, real beacon capture, real network discovery, and real, live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calls to NVD/FIRST.org/CISA. This review demonstrates that system, honestly, including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what it has and hasn't found real vulnerabilities on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The Full M0–M5 Pipeline, As Actually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02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914400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618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90D1A"/>
                </a:solidFill>
              </a:rPr>
              <a:t>M0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1097280"/>
            <a:ext cx="1028700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09728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1170432"/>
            <a:ext cx="10122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WiFi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444752"/>
            <a:ext cx="10104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Beacon capture (Scapy, monitor mode) -&gt; WSPS scoring (7-factor formula, A-F grade)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84248"/>
            <a:ext cx="914400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4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90D1A"/>
                </a:solidFill>
              </a:rPr>
              <a:t>M1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1984248"/>
            <a:ext cx="1028700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63040" y="1984248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2057400"/>
            <a:ext cx="10122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Network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2331720"/>
            <a:ext cx="10104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WiFi join (nmcli) -&gt; ARP sweep (arp-scan) -&gt; Nmap port/OS scan -&gt; mDNS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71216"/>
            <a:ext cx="914400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35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90D1A"/>
                </a:solidFill>
              </a:rPr>
              <a:t>M2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2871216"/>
            <a:ext cx="1028700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63040" y="2871216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2944368"/>
            <a:ext cx="10122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Protocol Fingerprinting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218688"/>
            <a:ext cx="10104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HTTP / MQTT / CoAP / RTSP probes -&gt; device type + structured identity fusion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758184"/>
            <a:ext cx="914400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227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90D1A"/>
                </a:solidFill>
              </a:rPr>
              <a:t>M3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3758184"/>
            <a:ext cx="1028700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63040" y="3758184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72768" y="3831336"/>
            <a:ext cx="10122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Vulnerability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4105656"/>
            <a:ext cx="10104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CPE mapping (live NVD) -&gt; CVE correlation -&gt; CVSS+EPSS+KEV -&gt; Applicability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645152"/>
            <a:ext cx="914400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8097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90D1A"/>
                </a:solidFill>
              </a:rPr>
              <a:t>M4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4645152"/>
            <a:ext cx="1028700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63040" y="4645152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72768" y="4718304"/>
            <a:ext cx="10122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Verification &amp; Exploitation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4992624"/>
            <a:ext cx="10104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Safe live verification -&gt; explicit authorization -&gt; gated RouterSploit exploit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532120"/>
            <a:ext cx="914400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6967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90D1A"/>
                </a:solidFill>
              </a:rPr>
              <a:t>M5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63040" y="5532120"/>
            <a:ext cx="1028700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63040" y="553212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72768" y="5605272"/>
            <a:ext cx="10122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Dashboard /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5879592"/>
            <a:ext cx="10104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Flask web UI + REST API surfacing every stage above, loopback-only by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Makes PISA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vs. the Current State of the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03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2743200" cy="365760"/>
          </a:xfrm>
          <a:prstGeom prst="rect">
            <a:avLst/>
          </a:prstGeom>
          <a:solidFill>
            <a:srgbClr val="1A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09728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051560"/>
            <a:ext cx="3017520" cy="365760"/>
          </a:xfrm>
          <a:prstGeom prst="rect">
            <a:avLst/>
          </a:prstGeom>
          <a:solidFill>
            <a:srgbClr val="1A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097280"/>
            <a:ext cx="28712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Nmap / Bettercap /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51560"/>
            <a:ext cx="2468880" cy="365760"/>
          </a:xfrm>
          <a:prstGeom prst="rect">
            <a:avLst/>
          </a:prstGeom>
          <a:solidFill>
            <a:srgbClr val="1A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097280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RouterSploit alone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051560"/>
            <a:ext cx="3337560" cy="365760"/>
          </a:xfrm>
          <a:prstGeom prst="rect">
            <a:avLst/>
          </a:prstGeom>
          <a:solidFill>
            <a:srgbClr val="1A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1097280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PISA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417320"/>
            <a:ext cx="274320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1490472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WiFi posture scoring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1417320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7832" y="1490472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417320"/>
            <a:ext cx="24688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1490472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1417320"/>
            <a:ext cx="333756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1490472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Yes — 7-factor WSPS, A-F grade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1938527"/>
            <a:ext cx="274320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2011679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CPE-precise CVE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1938527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27832" y="2011679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 (keyword search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938527"/>
            <a:ext cx="24688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2011679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1938527"/>
            <a:ext cx="333756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4232" y="2011679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Yes — real NVD CPE Dictionary, never fabricated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459734"/>
            <a:ext cx="274320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2532886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Applicability reasoning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2459734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7832" y="2532886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459734"/>
            <a:ext cx="24688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2532886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2459734"/>
            <a:ext cx="333756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4232" y="2532886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Yes — AND/OR/version-range config evaluation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980941"/>
            <a:ext cx="274320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3054093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Safe live verification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2980941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7832" y="3054093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2980941"/>
            <a:ext cx="24688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3054093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41080" y="2980941"/>
            <a:ext cx="333756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14232" y="3054093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Yes — before any exploit is even considered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502148"/>
            <a:ext cx="274320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" y="3575300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Gated authorization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54680" y="3502148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27832" y="3575300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N/A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3502148"/>
            <a:ext cx="24688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3575300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Manual, no state machine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3502148"/>
            <a:ext cx="333756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14232" y="357530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Server-side: AFFECTED + VERIFIED required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023355"/>
            <a:ext cx="274320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" y="4096507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Single shared evidence model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54680" y="4023355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27832" y="4096507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 — 4 disconnected tools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4023355"/>
            <a:ext cx="24688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5352" y="4096507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41080" y="4023355"/>
            <a:ext cx="333756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14232" y="4096507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Yes — one identity, one DB, one pipeline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544562"/>
            <a:ext cx="274320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632" y="4617714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Portable / edge-deployable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4544562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27832" y="4617714"/>
            <a:ext cx="28712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Partial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544562"/>
            <a:ext cx="24688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45352" y="4617714"/>
            <a:ext cx="2322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Partial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1080" y="4544562"/>
            <a:ext cx="333756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14232" y="4617714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Yes — Raspberry Pi + external radio, no cloud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M0 — WiFi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Real Hardware, Real Beacon Capture, Real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04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548640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54864" cy="2651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124712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WSPS Formula (7 factors, additive, 0-100)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399032"/>
            <a:ext cx="53035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Encryption: WPA3 +35 / WPA2 +25 / WPA +10 / Open +0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Channel: non-overlapping (1/6/11) +15, other +5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Signal strength: &gt;-50dBm +20, &gt;-70 +12, &gt;-85 +6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Beacon interval == 100ms: +12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Hidden SSID: -10   |   PMF enabled: +15   |   WPS enabled: -15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Grade thresholds: A&gt;=90, B&gt;=75, C&gt;=60, D&gt;=45, E&gt;=30, else 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566928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051560"/>
            <a:ext cx="54864" cy="2651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124712"/>
            <a:ext cx="5504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REAL Hardware Result (this session)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399032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Adapter: Alfa AWUS036ACM (MediaTek MT7612U, mt76x2u driver)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monitor mode confirmed via `iw dev ... info`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802.11 beacon frames received and parsed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4 real networks captured on live campus WiFi: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  Amrita / Amrita_CHN2 / Amrita_CH / Amrita_Guest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All WPA2, ch36, real RSSI -55 to -57dBm -&gt; WSPS Grade D (54)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Result persisted to a real SQLite session 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86200"/>
            <a:ext cx="11338560" cy="17373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54864" cy="1737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95935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233672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PASS -- REAL HARDWARE. Not simulated, not mocked -- genuine RF reception through 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USB monitor-mode radio, parsed by the actual pisa/m0/beacon_capture.py implementation,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with the score computed by the real, unmodified WSPS function.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M1 — Network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Real ARP + Nmap Against a Real Live Subnet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04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548640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54864" cy="2651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124712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399032"/>
            <a:ext cx="53035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nmcli joins the target WiFi network (managed-mode radio)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arp-scan sweeps the joined subnet for live hosts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Nmap (-sV -O) scans each host for IoT-relevant open ports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  (22,23,80,443,502,554,1883,5555,5683,8080,8443)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mDNS queries add self-announced device names where available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Every result persists to SQLite via real query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566928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051560"/>
            <a:ext cx="54864" cy="2651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124712"/>
            <a:ext cx="5504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Real Single-Target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399032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Target: a real, operator-owned device on the campus network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ARP resolution: genuine MAC found, even though ICMP was blocked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Nmap -sV -O: ran as root, ~13s real network round-trip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OUI vendor lookup against the live IEEE registry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Honest result: 0 open IoT-relevant ports -- correct, since the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target was a general-purpose laptop, not an IoT device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86200"/>
            <a:ext cx="11338560" cy="17373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54864" cy="1737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95935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A Deliberate Scope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233672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 full subnet-wide scan was investigated and intentionally NOT run live during this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project's validation -- the current implementation has no target-range restriction, and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scanning an entire shared campus subnet raises real authorization-scope questions that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were treated seriously rather than glossed over. Single, explicitly authorized targets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were used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M2 — Protocol Fingerprinting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Real Sockets, Real Banners, Real Structured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04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548640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54864" cy="2651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124712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Four Real Probes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399032"/>
            <a:ext cx="53035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HTTP: GET /, parses Server header + keyword match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MQTT: anonymous CONNACK -- any reply proves a broker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CoAP: GET /.well-known/core -- resource enumeration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RTSP: raw OPTIONS request -- camera-signature status line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Fusion: additive confidence sum across evidence, argmax wins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No ML, no black box -- every score traces to a real, named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566928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051560"/>
            <a:ext cx="54864" cy="2651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124712"/>
            <a:ext cx="5504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Real Controlled-Target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399032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Target: a local, controlled demo IoT service (real sockets,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HTTP/CoAP/RTSP responses -- clearly not a commercial device)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result: device_type = "IP Camera", confidence 1.0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Real structured identity extracted from real banners: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  product="IPCamera-WebServer", version="1.0"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5 real evidence rows persisted to fingerprint_signatures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86200"/>
            <a:ext cx="11338560" cy="17373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54864" cy="1737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95935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233672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PASS -- REAL NETWORK / REAL PISA M2. Genuine TCP/UDP traffic and genuine protocol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parsing, run through the unmodified pisa/m2 probes -- the controlled target's synthetic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banners are clearly labeled as such wherever shown, never presented as a real product.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M3 — Vulnerability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CPE -&gt; CVE -&gt; CVSS/EPSS/KEV -&gt; Applicability, All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04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51560"/>
            <a:ext cx="548640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51560"/>
            <a:ext cx="54864" cy="2651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124712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The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399032"/>
            <a:ext cx="53035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Identity -&gt; live NVD CPE Dictionary keyword search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CPE match -&gt; live NVD CVE API 2.0, paginated + retried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Every finding enriched with live EPSS (FIRST.org) + CISA KEV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ExploitScore = 40% CVSS + 40% EPSS + 20% KEV, one number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Applicability engine evaluates real AND/OR/version-range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  configuration trees -- never assumes, only concludes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5669280" cy="26517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051560"/>
            <a:ext cx="54864" cy="2651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124712"/>
            <a:ext cx="5504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Real Live Results, Both Directions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399032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Controlled target: real NVD query for a synthetic banner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  -&gt; correctly, honestly NO_CPE_DATA (no fake match invented)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Reference CVE (Xiongmai CVE-2017-7577): real CPE match,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  real CVSS 9.8, real EPSS 29%, real applicability = AFFECTED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Applicability states are never guessed: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  AFFECTED / POTENTIALLY_AFFECTED / UNKNOWN / NOT_APPLICABLE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86200"/>
            <a:ext cx="11338560" cy="173736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86200"/>
            <a:ext cx="54864" cy="1737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95935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The Core Engineering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233672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"CVE exists" is never presented as "device is vulnerable." A keyword-only match is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structurally incapable of reaching AFFECTED in this codebase -- enforced in code, proven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B0B8C8"/>
                </a:solidFill>
              </a:rPr>
              <a:t>by a dedicated automated test, not just claimed in a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The Applicability -&gt; Verification -&gt; Authorization -&gt; Exploitation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05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1133856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9728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17043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CVE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444752"/>
            <a:ext cx="11155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device_cves row exists -- correlation only, no claim of vulnerability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65960"/>
            <a:ext cx="1133856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96596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03911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Applicability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313432"/>
            <a:ext cx="11155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AFFECTED required (or POTENTIALLY_AFFECTED for a supporting 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34640"/>
            <a:ext cx="1133856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834640"/>
            <a:ext cx="54864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290779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182112"/>
            <a:ext cx="11155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 real, safe, live check must return VERIFIED_VULNERABLE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03320"/>
            <a:ext cx="1133856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03320"/>
            <a:ext cx="54864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377647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</a:rPr>
              <a:t>Authorization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050792"/>
            <a:ext cx="11155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 named human operator must explicitly authorize -- never automatic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572000"/>
            <a:ext cx="1133856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572000"/>
            <a:ext cx="54864" cy="7772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64515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</a:rPr>
              <a:t>Exploitation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" y="4919472"/>
            <a:ext cx="11155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Only then does the registered, gated RouterSploit adapter 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Gate Fails Closed — Proven, Not Claimed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Live HTTP Checks Against the Real Running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05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45720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61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097280"/>
            <a:ext cx="10744200" cy="6858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1097280"/>
            <a:ext cx="54864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170432"/>
            <a:ext cx="10579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NOT_APPLICABLE 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444752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403 Forbidden, gate_state=BLOCKED_APPLICABILITY, zero exploit attempts recorded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874520"/>
            <a:ext cx="45720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39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1874520"/>
            <a:ext cx="10744200" cy="6858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1874520"/>
            <a:ext cx="54864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1947672"/>
            <a:ext cx="10579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AFFECTED but NOT_VERIFIED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221992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403 Forbidden, gate_state=BLOCKED_VERIFICATION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651760"/>
            <a:ext cx="45720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651760"/>
            <a:ext cx="10744200" cy="6858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2651760"/>
            <a:ext cx="54864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2724912"/>
            <a:ext cx="10579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Missing authorization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999232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400 Bad Request, even on a fully eligible finding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429000"/>
            <a:ext cx="45720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593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3429000"/>
            <a:ext cx="10744200" cy="6858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" y="3429000"/>
            <a:ext cx="54864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3502152"/>
            <a:ext cx="10579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Client-supplied arbitrary module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3776472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Silently ignored -- the real registry path executes instead, never the client's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206240"/>
            <a:ext cx="45720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370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4206240"/>
            <a:ext cx="10744200" cy="6858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" y="4206240"/>
            <a:ext cx="54864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4279392"/>
            <a:ext cx="10579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A genuine RouterSploit timeout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4553712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Persisted as its own TIMEOUT status, never disguised as a generic failure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 Hardware Validation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What Has Actually Been Proven, on Real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06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3017520" cy="502920"/>
          </a:xfrm>
          <a:prstGeom prst="rect">
            <a:avLst/>
          </a:prstGeom>
          <a:solidFill>
            <a:srgbClr val="1A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2852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097280"/>
            <a:ext cx="2011680" cy="502920"/>
          </a:xfrm>
          <a:prstGeom prst="rect">
            <a:avLst/>
          </a:prstGeom>
          <a:solidFill>
            <a:srgbClr val="1A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170432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097280"/>
            <a:ext cx="6492240" cy="502920"/>
          </a:xfrm>
          <a:prstGeom prst="rect">
            <a:avLst/>
          </a:prstGeom>
          <a:solidFill>
            <a:srgbClr val="1A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170432"/>
            <a:ext cx="6327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18487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691639"/>
            <a:ext cx="2852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M0 WiFi 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1618487"/>
            <a:ext cx="20116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691639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618487"/>
            <a:ext cx="649224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691639"/>
            <a:ext cx="6327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Real AWUS036ACM, real monitor mode, real beacon capture, real WSPS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139694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212846"/>
            <a:ext cx="2852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M1 Network 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139694"/>
            <a:ext cx="20116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212846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2139694"/>
            <a:ext cx="649224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212846"/>
            <a:ext cx="6327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Real ARP resolution + real Nmap -sV -O against a real, authorized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660901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734053"/>
            <a:ext cx="2852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M2 Fingerprinting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2660901"/>
            <a:ext cx="20116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2734053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2660901"/>
            <a:ext cx="649224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2734053"/>
            <a:ext cx="6327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Real protocol probes against a real (controlled) service, real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82108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255260"/>
            <a:ext cx="2852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M3 Vulnerability Intel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3182108"/>
            <a:ext cx="20116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3255260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3182108"/>
            <a:ext cx="649224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0"/>
            <a:ext cx="6327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Real, live NVD/EPSS/KEV calls -- both a real match and an honest non-match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703315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776467"/>
            <a:ext cx="2852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M4 Exploitation 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3703315"/>
            <a:ext cx="20116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3776467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PASS (software)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3703315"/>
            <a:ext cx="649224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3776467"/>
            <a:ext cx="6327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Gate proven via live HTTP negative controls -- physical exploit target pending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224522"/>
            <a:ext cx="301752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297674"/>
            <a:ext cx="2852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M5 Dashboard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4224522"/>
            <a:ext cx="201168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0440" y="4297674"/>
            <a:ext cx="1847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</a:rPr>
              <a:t>PASS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224522"/>
            <a:ext cx="6492240" cy="50292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4297674"/>
            <a:ext cx="6327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Real Flask app, all routes verified, real + demo modes both rendering correctly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882889"/>
            <a:ext cx="11338560" cy="9144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4882889"/>
            <a:ext cx="54864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4956041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Honest Gap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" y="5230361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No real, physically vulnerable IoT device has been tested yet -- every real M3 result so far has been an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honest non-match. Acquiring the already-identified target hardware is the top item on the roadmap.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Engineering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Automated Test Coverage &amp; Honest 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07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3291840" cy="13716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88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FF88"/>
                </a:solidFill>
              </a:rPr>
              <a:t>380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C8"/>
                </a:solidFill>
              </a:rPr>
              <a:t>tests passing, 1 skipped, 0 failed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097280"/>
            <a:ext cx="7863840" cy="137160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097280"/>
            <a:ext cx="54864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95928" y="1170432"/>
            <a:ext cx="7699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Coverage by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1444752"/>
            <a:ext cx="7680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M0: 39  |  M1: 30  |  M2: 41  |  M3: 179  |  M4: 18  |  M5: 32  |  DB: 42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M3's vulnerability-intelligence pipeline carries the most tests -- it's both the largest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and the most safety-critical part of the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97480"/>
            <a:ext cx="11338560" cy="1920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697480"/>
            <a:ext cx="54864" cy="1920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277063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Known Limitations — Stated Proactively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044952"/>
            <a:ext cx="111556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No real vulnerable IoT device has been physically validated yet (M0/M1/M2 hardware is real; the specific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device that would trigger a real positive CVE match is the next acquisition, already scoped).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M1's discovery has no built-in target-range restriction -- a real, acknowledged architecture note.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RouterSploit's execution timeout is thread-bound, not process-isolated -- a documented, known limitation.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The demo mode uses clearly-labeled seeded data to visualize the full pipeline -- never presented as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Demonstration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What Will Be Shown,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54864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097280"/>
            <a:ext cx="1069848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109728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117043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Real M0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144475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AWUS036ACM in monitor mode -- live beacon capture -- real WSPS grades on screen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828800"/>
            <a:ext cx="54864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659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1828800"/>
            <a:ext cx="1069848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182880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190195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Real M1/M2/M3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217627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Cite the real single-target validation -- real ARP/Nmap/NVD calls, honest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560320"/>
            <a:ext cx="54864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6974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2560320"/>
            <a:ext cx="1069848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256032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263347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Controlled local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290779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Real HTTP/RTSP/CoAP service -- real M2 fingerprint -- real (honest) M3 lookup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291840"/>
            <a:ext cx="54864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429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3291840"/>
            <a:ext cx="1069848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329184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336499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DEMO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363931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Clearly labeled SIMULATED/REPLAY dashboard -- full pipeline visualization, all 4 real states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023360"/>
            <a:ext cx="54864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160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4023360"/>
            <a:ext cx="1069848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1560" y="402336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1288" y="409651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Security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" y="437083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Live API calls proving NOT_APPLICABLE / NOT_VERIFIED / no-auth all fail closed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754880"/>
            <a:ext cx="548640" cy="6583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8920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" y="4754880"/>
            <a:ext cx="10698480" cy="658368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1560" y="4754880"/>
            <a:ext cx="54864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1288" y="482803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Test suite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" y="510235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B8C8"/>
                </a:solidFill>
              </a:rPr>
              <a:t>pytest tests/ -v -- 380 passed, on screen, live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What's Next Before the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08 /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548640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097280"/>
            <a:ext cx="1069848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1097280"/>
            <a:ext cx="54864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117043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Physical vulnerable-target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1444752"/>
            <a:ext cx="10515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Xiongmai-family device -- already scoped, live-verified CPE match potential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65960"/>
            <a:ext cx="548640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1965960"/>
            <a:ext cx="1069848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1965960"/>
            <a:ext cx="54864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203911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Full positive M1-M4 chain on real 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2313432"/>
            <a:ext cx="10515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CPE match -&gt; AFFECTED -&gt; VERIFIED_VULNERABLE -&gt; authorized exploitation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34640"/>
            <a:ext cx="548640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2834640"/>
            <a:ext cx="1069848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2834640"/>
            <a:ext cx="54864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290779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Raspberry Pi edge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3182112"/>
            <a:ext cx="10515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Move from dev laptop to the target field form factor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703320"/>
            <a:ext cx="548640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3703320"/>
            <a:ext cx="1069848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3703320"/>
            <a:ext cx="54864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377647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Registry expansion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050792"/>
            <a:ext cx="10515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Add further vetted, tested CVE modules beyond the current two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572000"/>
            <a:ext cx="548640" cy="7772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D1A"/>
                </a:solidFill>
              </a:rPr>
              <a:t>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4572000"/>
            <a:ext cx="10698480" cy="7772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1560" y="4572000"/>
            <a:ext cx="54864" cy="7772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1288" y="4645152"/>
            <a:ext cx="10533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Final report &amp; demo rehearsal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" y="4919472"/>
            <a:ext cx="10515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B0B8C8"/>
                </a:solidFill>
              </a:rPr>
              <a:t>Full write-up + live run-through ahead of the final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6A80"/>
                </a:solidFill>
              </a:rPr>
              <a:t>Closing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65992" cy="22860"/>
          </a:xfrm>
          <a:prstGeom prst="rect">
            <a:avLst/>
          </a:prstGeom>
          <a:solidFill>
            <a:srgbClr val="60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A80"/>
                </a:solidFill>
              </a:rPr>
              <a:t>PISA — Portable IoT Security Assessment Platform  |  FYP Review 1  |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11338560" cy="32918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97280"/>
            <a:ext cx="54864" cy="32918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170432"/>
            <a:ext cx="11173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</a:rPr>
              <a:t>What This Review Demonstrates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444752"/>
            <a:ext cx="1115568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Every module proposed at the 0th review (M0-M5) is implemented, tested, and integrated into one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live application -- not five disconnected scripts.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The system has been run against real hardware and real live external APIs -- not simulated end to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end -- and every result, positive or negative, is reported honestly.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The security architecture (applicability -&gt; verification -&gt; authorization -&gt; exploitation) is enforced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in code and proven with live, adversarial-style negative tests, not just described.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What remains is real-world scale: physical vulnerable hardware and edge deployment -- both are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8C8"/>
                </a:solidFill>
              </a:rPr>
              <a:t>concretely scoped, not open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FF88"/>
                </a:solidFill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PISA -- Portable IoT Security Assessment Platform  |  Vivek Reddy  |  20CYS495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